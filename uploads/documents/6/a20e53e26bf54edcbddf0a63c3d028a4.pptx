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3" r:id="rId17"/>
    <p:sldId id="279" r:id="rId18"/>
    <p:sldId id="280" r:id="rId19"/>
    <p:sldId id="282" r:id="rId20"/>
    <p:sldId id="283" r:id="rId21"/>
    <p:sldId id="284" r:id="rId22"/>
    <p:sldId id="285" r:id="rId23"/>
    <p:sldId id="262" r:id="rId24"/>
    <p:sldId id="286" r:id="rId25"/>
    <p:sldId id="287" r:id="rId26"/>
    <p:sldId id="265" r:id="rId27"/>
    <p:sldId id="25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Vkcf+rH1OMYhkvUzPXgvfAhe2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07" autoAdjust="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B6E99-7212-4FC3-9094-F6743F0CC7BE}" type="doc">
      <dgm:prSet loTypeId="urn:microsoft.com/office/officeart/2005/8/layout/vList3#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D636A2B-0767-4E6D-9000-015BB600B67C}">
      <dgm:prSet phldrT="[Texte]" custT="1"/>
      <dgm:spPr>
        <a:xfrm>
          <a:off x="411090" y="271871"/>
          <a:ext cx="1004478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000" b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Redefining</a:t>
          </a:r>
          <a:r>
            <a:rPr lang="fr-FR" sz="2000" b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the </a:t>
          </a:r>
          <a:r>
            <a:rPr lang="fr-FR" sz="2000" b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destructor</a:t>
          </a:r>
          <a:endParaRPr lang="fr-FR" sz="2000" b="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7AA222C-973C-4F09-8801-D0226D1255E1}" type="parTrans" cxnId="{FEEFEB6C-8CAA-4D35-8F3E-1038869B5B67}">
      <dgm:prSet/>
      <dgm:spPr/>
      <dgm:t>
        <a:bodyPr/>
        <a:lstStyle/>
        <a:p>
          <a:endParaRPr lang="fr-FR" sz="2000" b="0"/>
        </a:p>
      </dgm:t>
    </dgm:pt>
    <dgm:pt modelId="{A0EF1539-8621-4C6F-83B8-038E1729AF21}" type="sibTrans" cxnId="{FEEFEB6C-8CAA-4D35-8F3E-1038869B5B67}">
      <dgm:prSet/>
      <dgm:spPr>
        <a:xfrm>
          <a:off x="-4919424" y="-753830"/>
          <a:ext cx="5858998" cy="5858998"/>
        </a:xfrm>
        <a:noFill/>
        <a:ln w="12700" cap="flat" cmpd="sng" algn="ctr">
          <a:solidFill>
            <a:srgbClr val="AD0101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endParaRPr lang="fr-FR" sz="2000" b="0"/>
        </a:p>
      </dgm:t>
    </dgm:pt>
    <dgm:pt modelId="{F23A16C1-2644-4475-B06A-DEE858A11572}">
      <dgm:prSet phldrT="[Texte]" custT="1"/>
      <dgm:spPr>
        <a:xfrm>
          <a:off x="800969" y="1087747"/>
          <a:ext cx="965490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en-US" sz="2000" b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Redefinition of the assignment operator</a:t>
          </a:r>
          <a:endParaRPr lang="fr-FR" sz="2000" b="0" dirty="0">
            <a:solidFill>
              <a:sysClr val="window" lastClr="FFFFFF"/>
            </a:solidFill>
            <a:latin typeface="Times New Roman"/>
            <a:ea typeface="+mn-ea"/>
            <a:cs typeface="+mn-cs"/>
          </a:endParaRPr>
        </a:p>
      </dgm:t>
    </dgm:pt>
    <dgm:pt modelId="{2AE41DD2-93F6-4D40-8634-1387C04CCB4B}" type="parTrans" cxnId="{DEE6A777-D001-47FE-B919-F8BD06A590CE}">
      <dgm:prSet/>
      <dgm:spPr/>
      <dgm:t>
        <a:bodyPr/>
        <a:lstStyle/>
        <a:p>
          <a:endParaRPr lang="fr-FR" sz="2000" b="0"/>
        </a:p>
      </dgm:t>
    </dgm:pt>
    <dgm:pt modelId="{DE336B24-92A3-4174-9136-43DA6A3EE7AD}" type="sibTrans" cxnId="{DEE6A777-D001-47FE-B919-F8BD06A590CE}">
      <dgm:prSet/>
      <dgm:spPr/>
      <dgm:t>
        <a:bodyPr/>
        <a:lstStyle/>
        <a:p>
          <a:endParaRPr lang="fr-FR" sz="2000" b="0"/>
        </a:p>
      </dgm:t>
    </dgm:pt>
    <dgm:pt modelId="{78C8134A-ECA2-4419-98E4-2AA1A42CFFC9}">
      <dgm:prSet phldrT="[Texte]" custT="1"/>
      <dgm:spPr>
        <a:xfrm>
          <a:off x="411090" y="271871"/>
          <a:ext cx="1004478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en-US" sz="2000" b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Redefinition of the copy constructor</a:t>
          </a:r>
          <a:endParaRPr lang="fr-FR" sz="2000" b="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7C29E89-5EF9-4F5A-BA4F-CFB466268A8A}" type="parTrans" cxnId="{C661A50D-E728-4B1E-84DB-41A92F32E384}">
      <dgm:prSet/>
      <dgm:spPr/>
      <dgm:t>
        <a:bodyPr/>
        <a:lstStyle/>
        <a:p>
          <a:endParaRPr lang="fr-FR" sz="2000" b="0"/>
        </a:p>
      </dgm:t>
    </dgm:pt>
    <dgm:pt modelId="{F7BE2A41-32A6-47A7-A4E7-5FE7E9C66D74}" type="sibTrans" cxnId="{C661A50D-E728-4B1E-84DB-41A92F32E384}">
      <dgm:prSet/>
      <dgm:spPr>
        <a:prstGeom prst="blockArc">
          <a:avLst>
            <a:gd name="adj1" fmla="val 18900000"/>
            <a:gd name="adj2" fmla="val 2700000"/>
            <a:gd name="adj3" fmla="val 369"/>
          </a:avLst>
        </a:prstGeom>
      </dgm:spPr>
      <dgm:t>
        <a:bodyPr/>
        <a:lstStyle/>
        <a:p>
          <a:endParaRPr lang="fr-FR" sz="2000" b="0"/>
        </a:p>
      </dgm:t>
    </dgm:pt>
    <dgm:pt modelId="{D627952D-35A6-4C6B-B71B-B160053861E8}">
      <dgm:prSet phldrT="[Texte]" custT="1"/>
      <dgm:spPr>
        <a:xfrm>
          <a:off x="411090" y="271871"/>
          <a:ext cx="1004478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en-US" sz="2000" b="1" spc="-4" dirty="0" smtClean="0">
              <a:latin typeface="Calibri Light"/>
              <a:cs typeface="Calibri Light"/>
            </a:rPr>
            <a:t>Reminder: Collection of polymorphic objects</a:t>
          </a:r>
          <a:endParaRPr lang="fr-FR" sz="2000" b="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75988A0-D15A-4071-AACF-7D55FDD63B7F}" type="parTrans" cxnId="{D59D51D9-B90D-470E-8690-790884102279}">
      <dgm:prSet/>
      <dgm:spPr/>
      <dgm:t>
        <a:bodyPr/>
        <a:lstStyle/>
        <a:p>
          <a:endParaRPr lang="fr-FR"/>
        </a:p>
      </dgm:t>
    </dgm:pt>
    <dgm:pt modelId="{0DF1B449-C3C7-49F0-BA77-981552B3B4D0}" type="sibTrans" cxnId="{D59D51D9-B90D-470E-8690-790884102279}">
      <dgm:prSet/>
      <dgm:spPr/>
      <dgm:t>
        <a:bodyPr/>
        <a:lstStyle/>
        <a:p>
          <a:endParaRPr lang="fr-FR"/>
        </a:p>
      </dgm:t>
    </dgm:pt>
    <dgm:pt modelId="{AFC7743C-6C67-4F27-8D40-8D635BCF2C7B}">
      <dgm:prSet phldrT="[Texte]" custT="1"/>
      <dgm:spPr>
        <a:xfrm>
          <a:off x="800969" y="1087747"/>
          <a:ext cx="965490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000" b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To </a:t>
          </a:r>
          <a:r>
            <a:rPr lang="fr-FR" sz="2000" b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remember</a:t>
          </a:r>
          <a:endParaRPr lang="fr-FR" sz="2000" b="0" dirty="0">
            <a:solidFill>
              <a:sysClr val="window" lastClr="FFFFFF"/>
            </a:solidFill>
            <a:latin typeface="Times New Roman"/>
            <a:ea typeface="+mn-ea"/>
            <a:cs typeface="+mn-cs"/>
          </a:endParaRPr>
        </a:p>
      </dgm:t>
    </dgm:pt>
    <dgm:pt modelId="{BFC90A53-3366-420E-B024-97C71BD56F75}" type="parTrans" cxnId="{F5692823-C827-45CF-A26F-2DD8D2866522}">
      <dgm:prSet/>
      <dgm:spPr/>
      <dgm:t>
        <a:bodyPr/>
        <a:lstStyle/>
        <a:p>
          <a:endParaRPr lang="fr-FR"/>
        </a:p>
      </dgm:t>
    </dgm:pt>
    <dgm:pt modelId="{BBE27D9C-E746-4E05-879C-6D22A6D2DD47}" type="sibTrans" cxnId="{F5692823-C827-45CF-A26F-2DD8D2866522}">
      <dgm:prSet/>
      <dgm:spPr/>
      <dgm:t>
        <a:bodyPr/>
        <a:lstStyle/>
        <a:p>
          <a:endParaRPr lang="fr-FR"/>
        </a:p>
      </dgm:t>
    </dgm:pt>
    <dgm:pt modelId="{0B9592C7-1FCC-4468-A94B-CBD5885D592A}" type="pres">
      <dgm:prSet presAssocID="{53AB6E99-7212-4FC3-9094-F6743F0CC7B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862FC8F-8818-4AEC-8552-FF682FE69EFD}" type="pres">
      <dgm:prSet presAssocID="{D627952D-35A6-4C6B-B71B-B160053861E8}" presName="composite" presStyleCnt="0"/>
      <dgm:spPr/>
    </dgm:pt>
    <dgm:pt modelId="{055B1026-9EB4-4300-A7B9-9FC0E48BF8A3}" type="pres">
      <dgm:prSet presAssocID="{D627952D-35A6-4C6B-B71B-B160053861E8}" presName="imgShp" presStyleLbl="fgImgPlace1" presStyleIdx="0" presStyleCnt="5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4426A128-1801-4B64-9787-F212175C4C35}" type="pres">
      <dgm:prSet presAssocID="{D627952D-35A6-4C6B-B71B-B160053861E8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B5F983-F945-4A1C-B045-F856C6B33ADA}" type="pres">
      <dgm:prSet presAssocID="{0DF1B449-C3C7-49F0-BA77-981552B3B4D0}" presName="spacing" presStyleCnt="0"/>
      <dgm:spPr/>
    </dgm:pt>
    <dgm:pt modelId="{CE76BE24-67FD-4B06-AE1F-DF6AF25872B4}" type="pres">
      <dgm:prSet presAssocID="{1D636A2B-0767-4E6D-9000-015BB600B67C}" presName="composite" presStyleCnt="0"/>
      <dgm:spPr/>
    </dgm:pt>
    <dgm:pt modelId="{0F29E3B1-7C9D-49D9-A66E-909C6EEB489F}" type="pres">
      <dgm:prSet presAssocID="{1D636A2B-0767-4E6D-9000-015BB600B67C}" presName="imgShp" presStyleLbl="fgImgPlace1" presStyleIdx="1" presStyleCnt="5"/>
      <dgm:spPr>
        <a:solidFill>
          <a:srgbClr val="FCB0A6"/>
        </a:solidFill>
      </dgm:spPr>
    </dgm:pt>
    <dgm:pt modelId="{D563804F-F40C-4464-B2ED-B134333AF618}" type="pres">
      <dgm:prSet presAssocID="{1D636A2B-0767-4E6D-9000-015BB600B67C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30149E-BDE4-4080-9049-5ED3F15078B6}" type="pres">
      <dgm:prSet presAssocID="{A0EF1539-8621-4C6F-83B8-038E1729AF21}" presName="spacing" presStyleCnt="0"/>
      <dgm:spPr/>
    </dgm:pt>
    <dgm:pt modelId="{4CB5ABCD-AA6B-440A-B7B5-611F58332ADC}" type="pres">
      <dgm:prSet presAssocID="{78C8134A-ECA2-4419-98E4-2AA1A42CFFC9}" presName="composite" presStyleCnt="0"/>
      <dgm:spPr/>
    </dgm:pt>
    <dgm:pt modelId="{DFE66B12-49A6-451B-88B7-9E02FAE084D0}" type="pres">
      <dgm:prSet presAssocID="{78C8134A-ECA2-4419-98E4-2AA1A42CFFC9}" presName="imgShp" presStyleLbl="fgImgPlace1" presStyleIdx="2" presStyleCnt="5"/>
      <dgm:spPr>
        <a:solidFill>
          <a:srgbClr val="FCB0A6"/>
        </a:solidFill>
      </dgm:spPr>
    </dgm:pt>
    <dgm:pt modelId="{62A16686-FC10-4E8E-B966-391C8B2988A2}" type="pres">
      <dgm:prSet presAssocID="{78C8134A-ECA2-4419-98E4-2AA1A42CFFC9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88C6BD-F04C-4105-A95E-6716E255B7E9}" type="pres">
      <dgm:prSet presAssocID="{F7BE2A41-32A6-47A7-A4E7-5FE7E9C66D74}" presName="spacing" presStyleCnt="0"/>
      <dgm:spPr/>
    </dgm:pt>
    <dgm:pt modelId="{2B4C1830-F5EC-4CA7-9EF0-F32ACAEAC6A9}" type="pres">
      <dgm:prSet presAssocID="{F23A16C1-2644-4475-B06A-DEE858A11572}" presName="composite" presStyleCnt="0"/>
      <dgm:spPr/>
    </dgm:pt>
    <dgm:pt modelId="{1C06D572-24A7-4688-8286-8FCDE53D10B1}" type="pres">
      <dgm:prSet presAssocID="{F23A16C1-2644-4475-B06A-DEE858A11572}" presName="imgShp" presStyleLbl="fgImgPlace1" presStyleIdx="3" presStyleCnt="5"/>
      <dgm:spPr>
        <a:solidFill>
          <a:srgbClr val="FCB0A6"/>
        </a:solidFill>
      </dgm:spPr>
    </dgm:pt>
    <dgm:pt modelId="{DCB1C9C9-9FA2-4F1F-BEA8-FC906B32EE15}" type="pres">
      <dgm:prSet presAssocID="{F23A16C1-2644-4475-B06A-DEE858A11572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86AD230-EAFE-45D4-AE0B-8FC3377BB5DD}" type="pres">
      <dgm:prSet presAssocID="{DE336B24-92A3-4174-9136-43DA6A3EE7AD}" presName="spacing" presStyleCnt="0"/>
      <dgm:spPr/>
    </dgm:pt>
    <dgm:pt modelId="{441EAC93-284A-4247-B254-8846162D6DDB}" type="pres">
      <dgm:prSet presAssocID="{AFC7743C-6C67-4F27-8D40-8D635BCF2C7B}" presName="composite" presStyleCnt="0"/>
      <dgm:spPr/>
    </dgm:pt>
    <dgm:pt modelId="{25FD1AD8-E1DB-4954-BE9E-98D51CD261C8}" type="pres">
      <dgm:prSet presAssocID="{AFC7743C-6C67-4F27-8D40-8D635BCF2C7B}" presName="imgShp" presStyleLbl="fgImgPlace1" presStyleIdx="4" presStyleCnt="5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87D694A-58E6-429C-AAEA-AABF7A5F09EF}" type="pres">
      <dgm:prSet presAssocID="{AFC7743C-6C67-4F27-8D40-8D635BCF2C7B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EEFEB6C-8CAA-4D35-8F3E-1038869B5B67}" srcId="{53AB6E99-7212-4FC3-9094-F6743F0CC7BE}" destId="{1D636A2B-0767-4E6D-9000-015BB600B67C}" srcOrd="1" destOrd="0" parTransId="{B7AA222C-973C-4F09-8801-D0226D1255E1}" sibTransId="{A0EF1539-8621-4C6F-83B8-038E1729AF21}"/>
    <dgm:cxn modelId="{C2F4EED2-D3B7-44CC-9A53-DB25FB42CA9E}" type="presOf" srcId="{D627952D-35A6-4C6B-B71B-B160053861E8}" destId="{4426A128-1801-4B64-9787-F212175C4C35}" srcOrd="0" destOrd="0" presId="urn:microsoft.com/office/officeart/2005/8/layout/vList3#2"/>
    <dgm:cxn modelId="{77B69374-8D08-40C3-8743-8102FA60EF96}" type="presOf" srcId="{78C8134A-ECA2-4419-98E4-2AA1A42CFFC9}" destId="{62A16686-FC10-4E8E-B966-391C8B2988A2}" srcOrd="0" destOrd="0" presId="urn:microsoft.com/office/officeart/2005/8/layout/vList3#2"/>
    <dgm:cxn modelId="{D59D51D9-B90D-470E-8690-790884102279}" srcId="{53AB6E99-7212-4FC3-9094-F6743F0CC7BE}" destId="{D627952D-35A6-4C6B-B71B-B160053861E8}" srcOrd="0" destOrd="0" parTransId="{C75988A0-D15A-4071-AACF-7D55FDD63B7F}" sibTransId="{0DF1B449-C3C7-49F0-BA77-981552B3B4D0}"/>
    <dgm:cxn modelId="{F51EBCBC-91AE-4F11-8F4E-616E43AEDFC8}" type="presOf" srcId="{53AB6E99-7212-4FC3-9094-F6743F0CC7BE}" destId="{0B9592C7-1FCC-4468-A94B-CBD5885D592A}" srcOrd="0" destOrd="0" presId="urn:microsoft.com/office/officeart/2005/8/layout/vList3#2"/>
    <dgm:cxn modelId="{DEE6A777-D001-47FE-B919-F8BD06A590CE}" srcId="{53AB6E99-7212-4FC3-9094-F6743F0CC7BE}" destId="{F23A16C1-2644-4475-B06A-DEE858A11572}" srcOrd="3" destOrd="0" parTransId="{2AE41DD2-93F6-4D40-8634-1387C04CCB4B}" sibTransId="{DE336B24-92A3-4174-9136-43DA6A3EE7AD}"/>
    <dgm:cxn modelId="{52A0E626-9705-4CF2-BA1E-28B0918850FB}" type="presOf" srcId="{1D636A2B-0767-4E6D-9000-015BB600B67C}" destId="{D563804F-F40C-4464-B2ED-B134333AF618}" srcOrd="0" destOrd="0" presId="urn:microsoft.com/office/officeart/2005/8/layout/vList3#2"/>
    <dgm:cxn modelId="{F5692823-C827-45CF-A26F-2DD8D2866522}" srcId="{53AB6E99-7212-4FC3-9094-F6743F0CC7BE}" destId="{AFC7743C-6C67-4F27-8D40-8D635BCF2C7B}" srcOrd="4" destOrd="0" parTransId="{BFC90A53-3366-420E-B024-97C71BD56F75}" sibTransId="{BBE27D9C-E746-4E05-879C-6D22A6D2DD47}"/>
    <dgm:cxn modelId="{C661A50D-E728-4B1E-84DB-41A92F32E384}" srcId="{53AB6E99-7212-4FC3-9094-F6743F0CC7BE}" destId="{78C8134A-ECA2-4419-98E4-2AA1A42CFFC9}" srcOrd="2" destOrd="0" parTransId="{47C29E89-5EF9-4F5A-BA4F-CFB466268A8A}" sibTransId="{F7BE2A41-32A6-47A7-A4E7-5FE7E9C66D74}"/>
    <dgm:cxn modelId="{81386D06-DA11-4C7A-A5B2-32FBAB9E74DE}" type="presOf" srcId="{AFC7743C-6C67-4F27-8D40-8D635BCF2C7B}" destId="{987D694A-58E6-429C-AAEA-AABF7A5F09EF}" srcOrd="0" destOrd="0" presId="urn:microsoft.com/office/officeart/2005/8/layout/vList3#2"/>
    <dgm:cxn modelId="{DC965FF9-8C26-4DBD-B5F3-8B82240D7E45}" type="presOf" srcId="{F23A16C1-2644-4475-B06A-DEE858A11572}" destId="{DCB1C9C9-9FA2-4F1F-BEA8-FC906B32EE15}" srcOrd="0" destOrd="0" presId="urn:microsoft.com/office/officeart/2005/8/layout/vList3#2"/>
    <dgm:cxn modelId="{1748E857-FA04-47FD-B242-BD49F6333F5A}" type="presParOf" srcId="{0B9592C7-1FCC-4468-A94B-CBD5885D592A}" destId="{D862FC8F-8818-4AEC-8552-FF682FE69EFD}" srcOrd="0" destOrd="0" presId="urn:microsoft.com/office/officeart/2005/8/layout/vList3#2"/>
    <dgm:cxn modelId="{A45EB92F-8C18-4D3B-AF59-0B3BB67517CC}" type="presParOf" srcId="{D862FC8F-8818-4AEC-8552-FF682FE69EFD}" destId="{055B1026-9EB4-4300-A7B9-9FC0E48BF8A3}" srcOrd="0" destOrd="0" presId="urn:microsoft.com/office/officeart/2005/8/layout/vList3#2"/>
    <dgm:cxn modelId="{07B723C9-C17A-49E0-9550-83174579FBCD}" type="presParOf" srcId="{D862FC8F-8818-4AEC-8552-FF682FE69EFD}" destId="{4426A128-1801-4B64-9787-F212175C4C35}" srcOrd="1" destOrd="0" presId="urn:microsoft.com/office/officeart/2005/8/layout/vList3#2"/>
    <dgm:cxn modelId="{3C6F86D6-BEC0-4847-9E02-1DCCB3B34596}" type="presParOf" srcId="{0B9592C7-1FCC-4468-A94B-CBD5885D592A}" destId="{BBB5F983-F945-4A1C-B045-F856C6B33ADA}" srcOrd="1" destOrd="0" presId="urn:microsoft.com/office/officeart/2005/8/layout/vList3#2"/>
    <dgm:cxn modelId="{59DE2876-65E1-417F-BA29-018E7DAAF62B}" type="presParOf" srcId="{0B9592C7-1FCC-4468-A94B-CBD5885D592A}" destId="{CE76BE24-67FD-4B06-AE1F-DF6AF25872B4}" srcOrd="2" destOrd="0" presId="urn:microsoft.com/office/officeart/2005/8/layout/vList3#2"/>
    <dgm:cxn modelId="{99551133-1989-4575-B6F9-BE2ADB8979D0}" type="presParOf" srcId="{CE76BE24-67FD-4B06-AE1F-DF6AF25872B4}" destId="{0F29E3B1-7C9D-49D9-A66E-909C6EEB489F}" srcOrd="0" destOrd="0" presId="urn:microsoft.com/office/officeart/2005/8/layout/vList3#2"/>
    <dgm:cxn modelId="{721B4234-A9A3-468A-9145-4E33E138F2BF}" type="presParOf" srcId="{CE76BE24-67FD-4B06-AE1F-DF6AF25872B4}" destId="{D563804F-F40C-4464-B2ED-B134333AF618}" srcOrd="1" destOrd="0" presId="urn:microsoft.com/office/officeart/2005/8/layout/vList3#2"/>
    <dgm:cxn modelId="{A8663FFC-B063-4D54-8245-2397C842FB4D}" type="presParOf" srcId="{0B9592C7-1FCC-4468-A94B-CBD5885D592A}" destId="{6130149E-BDE4-4080-9049-5ED3F15078B6}" srcOrd="3" destOrd="0" presId="urn:microsoft.com/office/officeart/2005/8/layout/vList3#2"/>
    <dgm:cxn modelId="{E92EDFC8-F609-473E-8AD9-C2D48C4023B9}" type="presParOf" srcId="{0B9592C7-1FCC-4468-A94B-CBD5885D592A}" destId="{4CB5ABCD-AA6B-440A-B7B5-611F58332ADC}" srcOrd="4" destOrd="0" presId="urn:microsoft.com/office/officeart/2005/8/layout/vList3#2"/>
    <dgm:cxn modelId="{9EDCD518-E816-4368-B4DA-FFEEB72E6DEC}" type="presParOf" srcId="{4CB5ABCD-AA6B-440A-B7B5-611F58332ADC}" destId="{DFE66B12-49A6-451B-88B7-9E02FAE084D0}" srcOrd="0" destOrd="0" presId="urn:microsoft.com/office/officeart/2005/8/layout/vList3#2"/>
    <dgm:cxn modelId="{B3416D88-5169-4B50-BB59-4EF53883E7EA}" type="presParOf" srcId="{4CB5ABCD-AA6B-440A-B7B5-611F58332ADC}" destId="{62A16686-FC10-4E8E-B966-391C8B2988A2}" srcOrd="1" destOrd="0" presId="urn:microsoft.com/office/officeart/2005/8/layout/vList3#2"/>
    <dgm:cxn modelId="{A24BB3BF-2152-4ED3-A82A-EBEBB40F32F5}" type="presParOf" srcId="{0B9592C7-1FCC-4468-A94B-CBD5885D592A}" destId="{3788C6BD-F04C-4105-A95E-6716E255B7E9}" srcOrd="5" destOrd="0" presId="urn:microsoft.com/office/officeart/2005/8/layout/vList3#2"/>
    <dgm:cxn modelId="{FAAAEB95-999A-4968-8898-E7BFDD007C43}" type="presParOf" srcId="{0B9592C7-1FCC-4468-A94B-CBD5885D592A}" destId="{2B4C1830-F5EC-4CA7-9EF0-F32ACAEAC6A9}" srcOrd="6" destOrd="0" presId="urn:microsoft.com/office/officeart/2005/8/layout/vList3#2"/>
    <dgm:cxn modelId="{518708BD-897F-4A73-A724-EB34630D28B4}" type="presParOf" srcId="{2B4C1830-F5EC-4CA7-9EF0-F32ACAEAC6A9}" destId="{1C06D572-24A7-4688-8286-8FCDE53D10B1}" srcOrd="0" destOrd="0" presId="urn:microsoft.com/office/officeart/2005/8/layout/vList3#2"/>
    <dgm:cxn modelId="{9F867979-E08A-42AC-BD33-081305DDA5D9}" type="presParOf" srcId="{2B4C1830-F5EC-4CA7-9EF0-F32ACAEAC6A9}" destId="{DCB1C9C9-9FA2-4F1F-BEA8-FC906B32EE15}" srcOrd="1" destOrd="0" presId="urn:microsoft.com/office/officeart/2005/8/layout/vList3#2"/>
    <dgm:cxn modelId="{F8D449F8-2A36-403E-A754-4A9C9DB61416}" type="presParOf" srcId="{0B9592C7-1FCC-4468-A94B-CBD5885D592A}" destId="{A86AD230-EAFE-45D4-AE0B-8FC3377BB5DD}" srcOrd="7" destOrd="0" presId="urn:microsoft.com/office/officeart/2005/8/layout/vList3#2"/>
    <dgm:cxn modelId="{43822302-CDF9-41CB-BE11-414A27F03FBC}" type="presParOf" srcId="{0B9592C7-1FCC-4468-A94B-CBD5885D592A}" destId="{441EAC93-284A-4247-B254-8846162D6DDB}" srcOrd="8" destOrd="0" presId="urn:microsoft.com/office/officeart/2005/8/layout/vList3#2"/>
    <dgm:cxn modelId="{CAAFDEDE-8842-49D6-984C-907D294AF0AF}" type="presParOf" srcId="{441EAC93-284A-4247-B254-8846162D6DDB}" destId="{25FD1AD8-E1DB-4954-BE9E-98D51CD261C8}" srcOrd="0" destOrd="0" presId="urn:microsoft.com/office/officeart/2005/8/layout/vList3#2"/>
    <dgm:cxn modelId="{85CFF5DD-89B9-4781-B7BE-9056397F9974}" type="presParOf" srcId="{441EAC93-284A-4247-B254-8846162D6DDB}" destId="{987D694A-58E6-429C-AAEA-AABF7A5F09EF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426A128-1801-4B64-9787-F212175C4C35}">
      <dsp:nvSpPr>
        <dsp:cNvPr id="0" name=""/>
        <dsp:cNvSpPr/>
      </dsp:nvSpPr>
      <dsp:spPr>
        <a:xfrm rot="10800000">
          <a:off x="1567996" y="513"/>
          <a:ext cx="5552774" cy="677461"/>
        </a:xfrm>
        <a:prstGeom prst="homePlate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74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pc="-4" dirty="0" smtClean="0">
              <a:latin typeface="Calibri Light"/>
              <a:cs typeface="Calibri Light"/>
            </a:rPr>
            <a:t>Reminder: Collection of polymorphic objects</a:t>
          </a:r>
          <a:endParaRPr lang="fr-FR" sz="2000" b="0" kern="120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 rot="10800000">
        <a:off x="1567996" y="513"/>
        <a:ext cx="5552774" cy="677461"/>
      </dsp:txXfrm>
    </dsp:sp>
    <dsp:sp modelId="{055B1026-9EB4-4300-A7B9-9FC0E48BF8A3}">
      <dsp:nvSpPr>
        <dsp:cNvPr id="0" name=""/>
        <dsp:cNvSpPr/>
      </dsp:nvSpPr>
      <dsp:spPr>
        <a:xfrm>
          <a:off x="1229265" y="513"/>
          <a:ext cx="677461" cy="67746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563804F-F40C-4464-B2ED-B134333AF618}">
      <dsp:nvSpPr>
        <dsp:cNvPr id="0" name=""/>
        <dsp:cNvSpPr/>
      </dsp:nvSpPr>
      <dsp:spPr>
        <a:xfrm rot="10800000">
          <a:off x="1567996" y="880202"/>
          <a:ext cx="5552774" cy="677461"/>
        </a:xfrm>
        <a:prstGeom prst="homePlate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74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Redefining</a:t>
          </a:r>
          <a:r>
            <a:rPr lang="fr-FR" sz="2000" b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the </a:t>
          </a:r>
          <a:r>
            <a:rPr lang="fr-FR" sz="2000" b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destructor</a:t>
          </a:r>
          <a:endParaRPr lang="fr-FR" sz="2000" b="0" kern="120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 rot="10800000">
        <a:off x="1567996" y="880202"/>
        <a:ext cx="5552774" cy="677461"/>
      </dsp:txXfrm>
    </dsp:sp>
    <dsp:sp modelId="{0F29E3B1-7C9D-49D9-A66E-909C6EEB489F}">
      <dsp:nvSpPr>
        <dsp:cNvPr id="0" name=""/>
        <dsp:cNvSpPr/>
      </dsp:nvSpPr>
      <dsp:spPr>
        <a:xfrm>
          <a:off x="1229265" y="880202"/>
          <a:ext cx="677461" cy="677461"/>
        </a:xfrm>
        <a:prstGeom prst="ellipse">
          <a:avLst/>
        </a:prstGeom>
        <a:solidFill>
          <a:srgbClr val="FCB0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2A16686-FC10-4E8E-B966-391C8B2988A2}">
      <dsp:nvSpPr>
        <dsp:cNvPr id="0" name=""/>
        <dsp:cNvSpPr/>
      </dsp:nvSpPr>
      <dsp:spPr>
        <a:xfrm rot="10800000">
          <a:off x="1567996" y="1759892"/>
          <a:ext cx="5552774" cy="677461"/>
        </a:xfrm>
        <a:prstGeom prst="homePlate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74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Redefinition of the copy constructor</a:t>
          </a:r>
          <a:endParaRPr lang="fr-FR" sz="2000" b="0" kern="1200" dirty="0">
            <a:solidFill>
              <a:schemeClr val="bg1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 rot="10800000">
        <a:off x="1567996" y="1759892"/>
        <a:ext cx="5552774" cy="677461"/>
      </dsp:txXfrm>
    </dsp:sp>
    <dsp:sp modelId="{DFE66B12-49A6-451B-88B7-9E02FAE084D0}">
      <dsp:nvSpPr>
        <dsp:cNvPr id="0" name=""/>
        <dsp:cNvSpPr/>
      </dsp:nvSpPr>
      <dsp:spPr>
        <a:xfrm>
          <a:off x="1229265" y="1759892"/>
          <a:ext cx="677461" cy="677461"/>
        </a:xfrm>
        <a:prstGeom prst="ellipse">
          <a:avLst/>
        </a:prstGeom>
        <a:solidFill>
          <a:srgbClr val="FCB0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CB1C9C9-9FA2-4F1F-BEA8-FC906B32EE15}">
      <dsp:nvSpPr>
        <dsp:cNvPr id="0" name=""/>
        <dsp:cNvSpPr/>
      </dsp:nvSpPr>
      <dsp:spPr>
        <a:xfrm rot="10800000">
          <a:off x="1567996" y="2639581"/>
          <a:ext cx="5552774" cy="677461"/>
        </a:xfrm>
        <a:prstGeom prst="homePlate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74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Redefinition of the assignment operator</a:t>
          </a:r>
          <a:endParaRPr lang="fr-FR" sz="2000" b="0" kern="1200" dirty="0">
            <a:solidFill>
              <a:sysClr val="window" lastClr="FFFFFF"/>
            </a:solidFill>
            <a:latin typeface="Times New Roman"/>
            <a:ea typeface="+mn-ea"/>
            <a:cs typeface="+mn-cs"/>
          </a:endParaRPr>
        </a:p>
      </dsp:txBody>
      <dsp:txXfrm rot="10800000">
        <a:off x="1567996" y="2639581"/>
        <a:ext cx="5552774" cy="677461"/>
      </dsp:txXfrm>
    </dsp:sp>
    <dsp:sp modelId="{1C06D572-24A7-4688-8286-8FCDE53D10B1}">
      <dsp:nvSpPr>
        <dsp:cNvPr id="0" name=""/>
        <dsp:cNvSpPr/>
      </dsp:nvSpPr>
      <dsp:spPr>
        <a:xfrm>
          <a:off x="1229265" y="2639581"/>
          <a:ext cx="677461" cy="677461"/>
        </a:xfrm>
        <a:prstGeom prst="ellipse">
          <a:avLst/>
        </a:prstGeom>
        <a:solidFill>
          <a:srgbClr val="FCB0A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87D694A-58E6-429C-AAEA-AABF7A5F09EF}">
      <dsp:nvSpPr>
        <dsp:cNvPr id="0" name=""/>
        <dsp:cNvSpPr/>
      </dsp:nvSpPr>
      <dsp:spPr>
        <a:xfrm rot="10800000">
          <a:off x="1567996" y="3519270"/>
          <a:ext cx="5552774" cy="677461"/>
        </a:xfrm>
        <a:prstGeom prst="homePlate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742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To </a:t>
          </a:r>
          <a:r>
            <a:rPr lang="fr-FR" sz="2000" b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remember</a:t>
          </a:r>
          <a:endParaRPr lang="fr-FR" sz="2000" b="0" kern="1200" dirty="0">
            <a:solidFill>
              <a:sysClr val="window" lastClr="FFFFFF"/>
            </a:solidFill>
            <a:latin typeface="Times New Roman"/>
            <a:ea typeface="+mn-ea"/>
            <a:cs typeface="+mn-cs"/>
          </a:endParaRPr>
        </a:p>
      </dsp:txBody>
      <dsp:txXfrm rot="10800000">
        <a:off x="1567996" y="3519270"/>
        <a:ext cx="5552774" cy="677461"/>
      </dsp:txXfrm>
    </dsp:sp>
    <dsp:sp modelId="{25FD1AD8-E1DB-4954-BE9E-98D51CD261C8}">
      <dsp:nvSpPr>
        <dsp:cNvPr id="0" name=""/>
        <dsp:cNvSpPr/>
      </dsp:nvSpPr>
      <dsp:spPr>
        <a:xfrm>
          <a:off x="1229265" y="3519270"/>
          <a:ext cx="677461" cy="67746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Logo EUR-ACE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464975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196009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82714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730022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9577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D53FFCD-354E-4625-98B1-9E65590B2782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146403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e2bdff7c1c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320" y="685800"/>
            <a:ext cx="609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e2bdff7c1c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e2bdff7c1c_1_52:notes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11003388" y="6400415"/>
            <a:ext cx="35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ogan">
  <p:cSld name="Sloga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e35c07f9d5_0_5190"/>
          <p:cNvSpPr/>
          <p:nvPr/>
        </p:nvSpPr>
        <p:spPr>
          <a:xfrm>
            <a:off x="0" y="2878390"/>
            <a:ext cx="12192000" cy="1686600"/>
          </a:xfrm>
          <a:prstGeom prst="rect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51764"/>
                </a:srgbClr>
              </a:gs>
              <a:gs pos="67000">
                <a:srgbClr val="FFFFFF">
                  <a:alpha val="0"/>
                </a:srgbClr>
              </a:gs>
              <a:gs pos="88000">
                <a:srgbClr val="FFFFFF">
                  <a:alpha val="45882"/>
                </a:srgbClr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e35c07f9d5_0_5190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22" name="Google Shape;22;ge35c07f9d5_0_5190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ge35c07f9d5_0_5190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4" name="Google Shape;24;ge35c07f9d5_0_5190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e35c07f9d5_0_5190"/>
          <p:cNvSpPr txBox="1">
            <a:spLocks noGrp="1"/>
          </p:cNvSpPr>
          <p:nvPr>
            <p:ph type="body" idx="2"/>
          </p:nvPr>
        </p:nvSpPr>
        <p:spPr>
          <a:xfrm>
            <a:off x="1130277" y="3034611"/>
            <a:ext cx="99315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606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b815910f77_0_3307"/>
          <p:cNvSpPr txBox="1">
            <a:spLocks noGrp="1"/>
          </p:cNvSpPr>
          <p:nvPr>
            <p:ph type="body" idx="1"/>
          </p:nvPr>
        </p:nvSpPr>
        <p:spPr>
          <a:xfrm>
            <a:off x="323530" y="339511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7">
  <p:cSld name="Section Break 7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35c07f9d5_0_10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ge35c07f9d5_0_100"/>
          <p:cNvSpPr>
            <a:spLocks noGrp="1"/>
          </p:cNvSpPr>
          <p:nvPr>
            <p:ph type="body" idx="1"/>
          </p:nvPr>
        </p:nvSpPr>
        <p:spPr>
          <a:xfrm>
            <a:off x="600418" y="1184939"/>
            <a:ext cx="5034300" cy="50334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67843"/>
                </a:srgbClr>
              </a:gs>
              <a:gs pos="67000">
                <a:srgbClr val="FFFFFF">
                  <a:alpha val="0"/>
                </a:srgbClr>
              </a:gs>
              <a:gs pos="88000">
                <a:srgbClr val="FFFFFF">
                  <a:alpha val="45882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e35c07f9d5_0_100"/>
          <p:cNvSpPr>
            <a:spLocks noGrp="1"/>
          </p:cNvSpPr>
          <p:nvPr>
            <p:ph type="body" idx="3"/>
          </p:nvPr>
        </p:nvSpPr>
        <p:spPr>
          <a:xfrm>
            <a:off x="1209632" y="1794050"/>
            <a:ext cx="3815700" cy="38151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75686"/>
                </a:srgbClr>
              </a:gs>
              <a:gs pos="67000">
                <a:srgbClr val="FFFFFF">
                  <a:alpha val="14901"/>
                </a:srgbClr>
              </a:gs>
              <a:gs pos="88000">
                <a:srgbClr val="FFFFFF">
                  <a:alpha val="45882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e35c07f9d5_0_100"/>
          <p:cNvSpPr txBox="1">
            <a:spLocks noGrp="1"/>
          </p:cNvSpPr>
          <p:nvPr>
            <p:ph type="title"/>
          </p:nvPr>
        </p:nvSpPr>
        <p:spPr>
          <a:xfrm>
            <a:off x="1233163" y="2768926"/>
            <a:ext cx="37686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3" name="Google Shape;33;ge35c07f9d5_0_100"/>
          <p:cNvSpPr txBox="1">
            <a:spLocks noGrp="1"/>
          </p:cNvSpPr>
          <p:nvPr>
            <p:ph type="body" idx="4"/>
          </p:nvPr>
        </p:nvSpPr>
        <p:spPr>
          <a:xfrm>
            <a:off x="1237782" y="3759990"/>
            <a:ext cx="37596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e35c07f9d5_0_3468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6" name="Google Shape;36;ge35c07f9d5_0_3468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ge35c07f9d5_0_3468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8" name="Google Shape;38;ge35c07f9d5_0_3468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ge35c07f9d5_0_3468"/>
          <p:cNvSpPr txBox="1">
            <a:spLocks noGrp="1"/>
          </p:cNvSpPr>
          <p:nvPr>
            <p:ph type="body" idx="2"/>
          </p:nvPr>
        </p:nvSpPr>
        <p:spPr>
          <a:xfrm>
            <a:off x="825042" y="2802467"/>
            <a:ext cx="10542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ge35c07f9d5_0_3468"/>
          <p:cNvSpPr txBox="1">
            <a:spLocks noGrp="1"/>
          </p:cNvSpPr>
          <p:nvPr>
            <p:ph type="body" idx="3"/>
          </p:nvPr>
        </p:nvSpPr>
        <p:spPr>
          <a:xfrm>
            <a:off x="821339" y="3344333"/>
            <a:ext cx="10542000" cy="1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" name="Google Shape;41;ge35c07f9d5_0_34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4406" y="2539696"/>
            <a:ext cx="54174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e35c07f9d5_0_34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84882" y="3171751"/>
            <a:ext cx="54174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e35c07f9d5_0_4432"/>
          <p:cNvSpPr/>
          <p:nvPr/>
        </p:nvSpPr>
        <p:spPr>
          <a:xfrm>
            <a:off x="0" y="1236133"/>
            <a:ext cx="6546300" cy="321900"/>
          </a:xfrm>
          <a:prstGeom prst="rect">
            <a:avLst/>
          </a:prstGeom>
          <a:gradFill>
            <a:gsLst>
              <a:gs pos="0">
                <a:srgbClr val="FFFFFF">
                  <a:alpha val="67843"/>
                </a:srgbClr>
              </a:gs>
              <a:gs pos="29000">
                <a:srgbClr val="FFFFFF">
                  <a:alpha val="40000"/>
                </a:srgbClr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2392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e35c07f9d5_0_4432"/>
          <p:cNvSpPr/>
          <p:nvPr/>
        </p:nvSpPr>
        <p:spPr>
          <a:xfrm>
            <a:off x="7491019" y="0"/>
            <a:ext cx="4701000" cy="6858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e35c07f9d5_0_443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e35c07f9d5_0_443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8" name="Google Shape;48;ge35c07f9d5_0_4432"/>
          <p:cNvSpPr/>
          <p:nvPr/>
        </p:nvSpPr>
        <p:spPr>
          <a:xfrm>
            <a:off x="521004" y="1681150"/>
            <a:ext cx="6025200" cy="4472700"/>
          </a:xfrm>
          <a:prstGeom prst="round2DiagRect">
            <a:avLst>
              <a:gd name="adj1" fmla="val 2886"/>
              <a:gd name="adj2" fmla="val 0"/>
            </a:avLst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e35c07f9d5_0_4432"/>
          <p:cNvSpPr>
            <a:spLocks noGrp="1"/>
          </p:cNvSpPr>
          <p:nvPr>
            <p:ph type="pic" idx="2"/>
          </p:nvPr>
        </p:nvSpPr>
        <p:spPr>
          <a:xfrm>
            <a:off x="641450" y="1805473"/>
            <a:ext cx="5784000" cy="4224000"/>
          </a:xfrm>
          <a:prstGeom prst="round2DiagRect">
            <a:avLst>
              <a:gd name="adj1" fmla="val 1663"/>
              <a:gd name="adj2" fmla="val 0"/>
            </a:avLst>
          </a:prstGeom>
          <a:solidFill>
            <a:schemeClr val="dk1">
              <a:alpha val="28235"/>
            </a:schemeClr>
          </a:solidFill>
          <a:ln>
            <a:noFill/>
          </a:ln>
        </p:spPr>
      </p:sp>
      <p:sp>
        <p:nvSpPr>
          <p:cNvPr id="50" name="Google Shape;50;ge35c07f9d5_0_4432"/>
          <p:cNvSpPr/>
          <p:nvPr/>
        </p:nvSpPr>
        <p:spPr>
          <a:xfrm>
            <a:off x="7070728" y="6256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5686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e35c07f9d5_0_4432"/>
          <p:cNvSpPr>
            <a:spLocks noGrp="1"/>
          </p:cNvSpPr>
          <p:nvPr>
            <p:ph type="pic" idx="3"/>
          </p:nvPr>
        </p:nvSpPr>
        <p:spPr>
          <a:xfrm>
            <a:off x="7306181" y="860707"/>
            <a:ext cx="369600" cy="37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ge35c07f9d5_0_4432"/>
          <p:cNvSpPr txBox="1">
            <a:spLocks noGrp="1"/>
          </p:cNvSpPr>
          <p:nvPr>
            <p:ph type="body" idx="1"/>
          </p:nvPr>
        </p:nvSpPr>
        <p:spPr>
          <a:xfrm>
            <a:off x="7987832" y="608686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e35c07f9d5_0_4432"/>
          <p:cNvSpPr txBox="1">
            <a:spLocks noGrp="1"/>
          </p:cNvSpPr>
          <p:nvPr>
            <p:ph type="body" idx="4"/>
          </p:nvPr>
        </p:nvSpPr>
        <p:spPr>
          <a:xfrm>
            <a:off x="7980696" y="10717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e35c07f9d5_0_4432"/>
          <p:cNvSpPr/>
          <p:nvPr/>
        </p:nvSpPr>
        <p:spPr>
          <a:xfrm>
            <a:off x="7070728" y="17975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5686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e35c07f9d5_0_4432"/>
          <p:cNvSpPr>
            <a:spLocks noGrp="1"/>
          </p:cNvSpPr>
          <p:nvPr>
            <p:ph type="pic" idx="5"/>
          </p:nvPr>
        </p:nvSpPr>
        <p:spPr>
          <a:xfrm>
            <a:off x="7306181" y="2032606"/>
            <a:ext cx="369600" cy="370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e35c07f9d5_0_4432"/>
          <p:cNvSpPr txBox="1">
            <a:spLocks noGrp="1"/>
          </p:cNvSpPr>
          <p:nvPr>
            <p:ph type="body" idx="6"/>
          </p:nvPr>
        </p:nvSpPr>
        <p:spPr>
          <a:xfrm>
            <a:off x="7987832" y="17805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e35c07f9d5_0_4432"/>
          <p:cNvSpPr txBox="1">
            <a:spLocks noGrp="1"/>
          </p:cNvSpPr>
          <p:nvPr>
            <p:ph type="body" idx="7"/>
          </p:nvPr>
        </p:nvSpPr>
        <p:spPr>
          <a:xfrm>
            <a:off x="7980696" y="22436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ge35c07f9d5_0_4432"/>
          <p:cNvSpPr/>
          <p:nvPr/>
        </p:nvSpPr>
        <p:spPr>
          <a:xfrm>
            <a:off x="7070728" y="29694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5686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e35c07f9d5_0_4432"/>
          <p:cNvSpPr>
            <a:spLocks noGrp="1"/>
          </p:cNvSpPr>
          <p:nvPr>
            <p:ph type="pic" idx="8"/>
          </p:nvPr>
        </p:nvSpPr>
        <p:spPr>
          <a:xfrm>
            <a:off x="7306181" y="3204507"/>
            <a:ext cx="369600" cy="370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ge35c07f9d5_0_4432"/>
          <p:cNvSpPr txBox="1">
            <a:spLocks noGrp="1"/>
          </p:cNvSpPr>
          <p:nvPr>
            <p:ph type="body" idx="9"/>
          </p:nvPr>
        </p:nvSpPr>
        <p:spPr>
          <a:xfrm>
            <a:off x="7987832" y="29524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e35c07f9d5_0_4432"/>
          <p:cNvSpPr txBox="1">
            <a:spLocks noGrp="1"/>
          </p:cNvSpPr>
          <p:nvPr>
            <p:ph type="body" idx="13"/>
          </p:nvPr>
        </p:nvSpPr>
        <p:spPr>
          <a:xfrm>
            <a:off x="7980696" y="34155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ge35c07f9d5_0_4432"/>
          <p:cNvSpPr/>
          <p:nvPr/>
        </p:nvSpPr>
        <p:spPr>
          <a:xfrm>
            <a:off x="7070728" y="41413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5686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e35c07f9d5_0_4432"/>
          <p:cNvSpPr>
            <a:spLocks noGrp="1"/>
          </p:cNvSpPr>
          <p:nvPr>
            <p:ph type="pic" idx="14"/>
          </p:nvPr>
        </p:nvSpPr>
        <p:spPr>
          <a:xfrm>
            <a:off x="7306181" y="4376407"/>
            <a:ext cx="369600" cy="370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e35c07f9d5_0_4432"/>
          <p:cNvSpPr txBox="1">
            <a:spLocks noGrp="1"/>
          </p:cNvSpPr>
          <p:nvPr>
            <p:ph type="body" idx="15"/>
          </p:nvPr>
        </p:nvSpPr>
        <p:spPr>
          <a:xfrm>
            <a:off x="7987832" y="41243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e35c07f9d5_0_4432"/>
          <p:cNvSpPr txBox="1">
            <a:spLocks noGrp="1"/>
          </p:cNvSpPr>
          <p:nvPr>
            <p:ph type="body" idx="16"/>
          </p:nvPr>
        </p:nvSpPr>
        <p:spPr>
          <a:xfrm>
            <a:off x="7980696" y="45874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e35c07f9d5_0_4432"/>
          <p:cNvSpPr/>
          <p:nvPr/>
        </p:nvSpPr>
        <p:spPr>
          <a:xfrm>
            <a:off x="7070728" y="53132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5686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e35c07f9d5_0_4432"/>
          <p:cNvSpPr>
            <a:spLocks noGrp="1"/>
          </p:cNvSpPr>
          <p:nvPr>
            <p:ph type="pic" idx="17"/>
          </p:nvPr>
        </p:nvSpPr>
        <p:spPr>
          <a:xfrm>
            <a:off x="7306181" y="5548306"/>
            <a:ext cx="369600" cy="370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e35c07f9d5_0_4432"/>
          <p:cNvSpPr txBox="1">
            <a:spLocks noGrp="1"/>
          </p:cNvSpPr>
          <p:nvPr>
            <p:ph type="body" idx="18"/>
          </p:nvPr>
        </p:nvSpPr>
        <p:spPr>
          <a:xfrm>
            <a:off x="7987832" y="5296285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e35c07f9d5_0_4432"/>
          <p:cNvSpPr txBox="1">
            <a:spLocks noGrp="1"/>
          </p:cNvSpPr>
          <p:nvPr>
            <p:ph type="body" idx="19"/>
          </p:nvPr>
        </p:nvSpPr>
        <p:spPr>
          <a:xfrm>
            <a:off x="7980696" y="5759333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ge35c07f9d5_0_4432"/>
          <p:cNvSpPr txBox="1">
            <a:spLocks noGrp="1"/>
          </p:cNvSpPr>
          <p:nvPr>
            <p:ph type="title"/>
          </p:nvPr>
        </p:nvSpPr>
        <p:spPr>
          <a:xfrm>
            <a:off x="521004" y="278400"/>
            <a:ext cx="60252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ge35c07f9d5_0_4432"/>
          <p:cNvSpPr txBox="1">
            <a:spLocks noGrp="1"/>
          </p:cNvSpPr>
          <p:nvPr>
            <p:ph type="body" idx="20"/>
          </p:nvPr>
        </p:nvSpPr>
        <p:spPr>
          <a:xfrm>
            <a:off x="454884" y="1202267"/>
            <a:ext cx="60252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100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4500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500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60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65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7000"/>
                            </p:stCondLst>
                            <p:childTnLst>
                              <p:par>
                                <p:cTn id="2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75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8000"/>
                            </p:stCondLst>
                            <p:childTnLst>
                              <p:par>
                                <p:cTn id="2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90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95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10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25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3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3500"/>
                            </p:stCondLst>
                            <p:childTnLst>
                              <p:par>
                                <p:cTn id="2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4500"/>
                            </p:stCondLst>
                            <p:childTnLst>
                              <p:par>
                                <p:cTn id="2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5000"/>
                            </p:stCondLst>
                            <p:childTnLst>
                              <p:par>
                                <p:cTn id="2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600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650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750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3800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3850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900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3950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000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050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4150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4250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30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4350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44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4450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45000"/>
                            </p:stCondLst>
                            <p:childTnLst>
                              <p:par>
                                <p:cTn id="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45500"/>
                            </p:stCondLst>
                            <p:childTnLst>
                              <p:par>
                                <p:cTn id="3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46000"/>
                            </p:stCondLst>
                            <p:childTnLst>
                              <p:par>
                                <p:cTn id="3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46500"/>
                            </p:stCondLst>
                            <p:childTnLst>
                              <p:par>
                                <p:cTn id="3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7000"/>
                            </p:stCondLst>
                            <p:childTnLst>
                              <p:par>
                                <p:cTn id="3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47500"/>
                            </p:stCondLst>
                            <p:childTnLst>
                              <p:par>
                                <p:cTn id="4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48000"/>
                            </p:stCondLst>
                            <p:childTnLst>
                              <p:par>
                                <p:cTn id="4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48500"/>
                            </p:stCondLst>
                            <p:childTnLst>
                              <p:par>
                                <p:cTn id="4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49000"/>
                            </p:stCondLst>
                            <p:childTnLst>
                              <p:par>
                                <p:cTn id="4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500"/>
                            </p:stCondLst>
                            <p:childTnLst>
                              <p:par>
                                <p:cTn id="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50000"/>
                            </p:stCondLst>
                            <p:childTnLst>
                              <p:par>
                                <p:cTn id="4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500"/>
                            </p:stCondLst>
                            <p:childTnLst>
                              <p:par>
                                <p:cTn id="4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1000"/>
                            </p:stCondLst>
                            <p:childTnLst>
                              <p:par>
                                <p:cTn id="4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51500"/>
                            </p:stCondLst>
                            <p:childTnLst>
                              <p:par>
                                <p:cTn id="4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2000"/>
                            </p:stCondLst>
                            <p:childTnLst>
                              <p:par>
                                <p:cTn id="4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2500"/>
                            </p:stCondLst>
                            <p:childTnLst>
                              <p:par>
                                <p:cTn id="4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53000"/>
                            </p:stCondLst>
                            <p:childTnLst>
                              <p:par>
                                <p:cTn id="4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53500"/>
                            </p:stCondLst>
                            <p:childTnLst>
                              <p:par>
                                <p:cTn id="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35c07f9d5_0_198"/>
          <p:cNvSpPr/>
          <p:nvPr/>
        </p:nvSpPr>
        <p:spPr>
          <a:xfrm>
            <a:off x="0" y="2400300"/>
            <a:ext cx="12192000" cy="2057400"/>
          </a:xfrm>
          <a:prstGeom prst="rect">
            <a:avLst/>
          </a:prstGeom>
          <a:gradFill>
            <a:gsLst>
              <a:gs pos="0">
                <a:srgbClr val="FFFFFF">
                  <a:alpha val="89019"/>
                </a:srgbClr>
              </a:gs>
              <a:gs pos="25000">
                <a:srgbClr val="FFFFFF">
                  <a:alpha val="40000"/>
                </a:srgbClr>
              </a:gs>
              <a:gs pos="51000">
                <a:srgbClr val="FFFFFF">
                  <a:alpha val="0"/>
                </a:srgbClr>
              </a:gs>
              <a:gs pos="80000">
                <a:srgbClr val="FFFFFF">
                  <a:alpha val="0"/>
                </a:srgbClr>
              </a:gs>
              <a:gs pos="100000">
                <a:srgbClr val="FFFFFF">
                  <a:alpha val="490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e35c07f9d5_0_198"/>
          <p:cNvSpPr txBox="1">
            <a:spLocks noGrp="1"/>
          </p:cNvSpPr>
          <p:nvPr>
            <p:ph type="title"/>
          </p:nvPr>
        </p:nvSpPr>
        <p:spPr>
          <a:xfrm>
            <a:off x="609600" y="2648638"/>
            <a:ext cx="109728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1" name="Google Shape;111;ge35c07f9d5_0_198"/>
          <p:cNvSpPr txBox="1">
            <a:spLocks noGrp="1"/>
          </p:cNvSpPr>
          <p:nvPr>
            <p:ph type="body" idx="1"/>
          </p:nvPr>
        </p:nvSpPr>
        <p:spPr>
          <a:xfrm>
            <a:off x="605780" y="3639702"/>
            <a:ext cx="109803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4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ge35c07f9d5_0_198"/>
          <p:cNvSpPr txBox="1">
            <a:spLocks noGrp="1"/>
          </p:cNvSpPr>
          <p:nvPr>
            <p:ph type="body" idx="2"/>
          </p:nvPr>
        </p:nvSpPr>
        <p:spPr>
          <a:xfrm>
            <a:off x="605780" y="4526407"/>
            <a:ext cx="10980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words">
  <p:cSld name="Keyword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35c07f9d5_0_942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ge35c07f9d5_0_94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ge35c07f9d5_0_94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17" name="Google Shape;117;ge35c07f9d5_0_942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ge35c07f9d5_0_942"/>
          <p:cNvSpPr/>
          <p:nvPr/>
        </p:nvSpPr>
        <p:spPr>
          <a:xfrm>
            <a:off x="0" y="2526979"/>
            <a:ext cx="12192000" cy="1298700"/>
          </a:xfrm>
          <a:prstGeom prst="rect">
            <a:avLst/>
          </a:prstGeom>
          <a:gradFill>
            <a:gsLst>
              <a:gs pos="0">
                <a:srgbClr val="FFFFFF">
                  <a:alpha val="82745"/>
                </a:srgbClr>
              </a:gs>
              <a:gs pos="24000">
                <a:srgbClr val="FFFFFF">
                  <a:alpha val="29803"/>
                </a:srgbClr>
              </a:gs>
              <a:gs pos="67000">
                <a:srgbClr val="FFFFFF">
                  <a:alpha val="3921"/>
                </a:srgbClr>
              </a:gs>
              <a:gs pos="100000">
                <a:srgbClr val="FFFFFF">
                  <a:alpha val="63921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e35c07f9d5_0_942"/>
          <p:cNvSpPr/>
          <p:nvPr/>
        </p:nvSpPr>
        <p:spPr>
          <a:xfrm rot="-2699792">
            <a:off x="2373610" y="2786242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235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e35c07f9d5_0_942"/>
          <p:cNvSpPr/>
          <p:nvPr/>
        </p:nvSpPr>
        <p:spPr>
          <a:xfrm>
            <a:off x="5324189" y="221559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e35c07f9d5_0_942"/>
          <p:cNvSpPr/>
          <p:nvPr/>
        </p:nvSpPr>
        <p:spPr>
          <a:xfrm rot="10800000">
            <a:off x="2287646" y="3825555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e35c07f9d5_0_942"/>
          <p:cNvSpPr/>
          <p:nvPr/>
        </p:nvSpPr>
        <p:spPr>
          <a:xfrm rot="-2699792">
            <a:off x="4247049" y="2785931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235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e35c07f9d5_0_942"/>
          <p:cNvSpPr/>
          <p:nvPr/>
        </p:nvSpPr>
        <p:spPr>
          <a:xfrm>
            <a:off x="7197627" y="221528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e35c07f9d5_0_942"/>
          <p:cNvSpPr/>
          <p:nvPr/>
        </p:nvSpPr>
        <p:spPr>
          <a:xfrm rot="10800000">
            <a:off x="4161086" y="3825244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35c07f9d5_0_942"/>
          <p:cNvSpPr/>
          <p:nvPr/>
        </p:nvSpPr>
        <p:spPr>
          <a:xfrm rot="-2699792">
            <a:off x="6120487" y="2799769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235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e35c07f9d5_0_942"/>
          <p:cNvSpPr/>
          <p:nvPr/>
        </p:nvSpPr>
        <p:spPr>
          <a:xfrm>
            <a:off x="9071064" y="2229125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e35c07f9d5_0_942"/>
          <p:cNvSpPr/>
          <p:nvPr/>
        </p:nvSpPr>
        <p:spPr>
          <a:xfrm rot="10800000">
            <a:off x="6034524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e35c07f9d5_0_942"/>
          <p:cNvSpPr/>
          <p:nvPr/>
        </p:nvSpPr>
        <p:spPr>
          <a:xfrm rot="-2699792">
            <a:off x="7993927" y="279977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235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e35c07f9d5_0_942"/>
          <p:cNvSpPr/>
          <p:nvPr/>
        </p:nvSpPr>
        <p:spPr>
          <a:xfrm>
            <a:off x="10944504" y="222912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e35c07f9d5_0_942"/>
          <p:cNvSpPr/>
          <p:nvPr/>
        </p:nvSpPr>
        <p:spPr>
          <a:xfrm rot="10800000">
            <a:off x="7907962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e35c07f9d5_0_942"/>
          <p:cNvSpPr/>
          <p:nvPr/>
        </p:nvSpPr>
        <p:spPr>
          <a:xfrm rot="-2699792">
            <a:off x="500172" y="278562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235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e35c07f9d5_0_942"/>
          <p:cNvSpPr/>
          <p:nvPr/>
        </p:nvSpPr>
        <p:spPr>
          <a:xfrm>
            <a:off x="3450749" y="221497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e35c07f9d5_0_942"/>
          <p:cNvSpPr/>
          <p:nvPr/>
        </p:nvSpPr>
        <p:spPr>
          <a:xfrm rot="10800000">
            <a:off x="414208" y="382493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392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e35c07f9d5_0_942"/>
          <p:cNvSpPr txBox="1">
            <a:spLocks noGrp="1"/>
          </p:cNvSpPr>
          <p:nvPr>
            <p:ph type="body" idx="2"/>
          </p:nvPr>
        </p:nvSpPr>
        <p:spPr>
          <a:xfrm rot="-2700000">
            <a:off x="1077631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ge35c07f9d5_0_942"/>
          <p:cNvSpPr txBox="1">
            <a:spLocks noGrp="1"/>
          </p:cNvSpPr>
          <p:nvPr>
            <p:ph type="body" idx="3"/>
          </p:nvPr>
        </p:nvSpPr>
        <p:spPr>
          <a:xfrm rot="-2700000">
            <a:off x="2954977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ge35c07f9d5_0_942"/>
          <p:cNvSpPr txBox="1">
            <a:spLocks noGrp="1"/>
          </p:cNvSpPr>
          <p:nvPr>
            <p:ph type="body" idx="4"/>
          </p:nvPr>
        </p:nvSpPr>
        <p:spPr>
          <a:xfrm rot="-2700000">
            <a:off x="483232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e35c07f9d5_0_942"/>
          <p:cNvSpPr txBox="1">
            <a:spLocks noGrp="1"/>
          </p:cNvSpPr>
          <p:nvPr>
            <p:ph type="body" idx="5"/>
          </p:nvPr>
        </p:nvSpPr>
        <p:spPr>
          <a:xfrm rot="-2700000">
            <a:off x="6709670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ge35c07f9d5_0_942"/>
          <p:cNvSpPr txBox="1">
            <a:spLocks noGrp="1"/>
          </p:cNvSpPr>
          <p:nvPr>
            <p:ph type="body" idx="6"/>
          </p:nvPr>
        </p:nvSpPr>
        <p:spPr>
          <a:xfrm rot="-2700000">
            <a:off x="858701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ge35c07f9d5_0_942"/>
          <p:cNvSpPr txBox="1">
            <a:spLocks noGrp="1"/>
          </p:cNvSpPr>
          <p:nvPr>
            <p:ph type="body" idx="7"/>
          </p:nvPr>
        </p:nvSpPr>
        <p:spPr>
          <a:xfrm>
            <a:off x="795544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ge35c07f9d5_0_942"/>
          <p:cNvSpPr txBox="1">
            <a:spLocks noGrp="1"/>
          </p:cNvSpPr>
          <p:nvPr>
            <p:ph type="body" idx="8"/>
          </p:nvPr>
        </p:nvSpPr>
        <p:spPr>
          <a:xfrm>
            <a:off x="791839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1" name="Google Shape;141;ge35c07f9d5_0_9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7626" y="4940635"/>
            <a:ext cx="54174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e35c07f9d5_0_942"/>
          <p:cNvSpPr txBox="1">
            <a:spLocks noGrp="1"/>
          </p:cNvSpPr>
          <p:nvPr>
            <p:ph type="body" idx="9"/>
          </p:nvPr>
        </p:nvSpPr>
        <p:spPr>
          <a:xfrm>
            <a:off x="6293565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ge35c07f9d5_0_942"/>
          <p:cNvSpPr txBox="1">
            <a:spLocks noGrp="1"/>
          </p:cNvSpPr>
          <p:nvPr>
            <p:ph type="body" idx="13"/>
          </p:nvPr>
        </p:nvSpPr>
        <p:spPr>
          <a:xfrm>
            <a:off x="6289860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75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75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5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75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25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50"/>
                            </p:stCondLst>
                            <p:childTnLst>
                              <p:par>
                                <p:cTn id="2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6000"/>
                            </p:stCondLst>
                            <p:childTnLst>
                              <p:par>
                                <p:cTn id="2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6500"/>
                            </p:stCondLst>
                            <p:childTnLst>
                              <p:par>
                                <p:cTn id="2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7000"/>
                            </p:stCondLst>
                            <p:childTnLst>
                              <p:par>
                                <p:cTn id="2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"/>
                            </p:stCondLst>
                            <p:childTnLst>
                              <p:par>
                                <p:cTn id="2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8500"/>
                            </p:stCondLst>
                            <p:childTnLst>
                              <p:par>
                                <p:cTn id="2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9000"/>
                            </p:stCondLst>
                            <p:childTnLst>
                              <p:par>
                                <p:cTn id="2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500"/>
                            </p:stCondLst>
                            <p:childTnLst>
                              <p:par>
                                <p:cTn id="2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1500"/>
                            </p:stCondLst>
                            <p:childTnLst>
                              <p:par>
                                <p:cTn id="2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75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2250"/>
                            </p:stCondLst>
                            <p:childTnLst>
                              <p:par>
                                <p:cTn id="2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75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2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5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3750"/>
                            </p:stCondLst>
                            <p:childTnLst>
                              <p:par>
                                <p:cTn id="2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75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75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5250"/>
                            </p:stCondLst>
                            <p:childTnLst>
                              <p:par>
                                <p:cTn id="2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75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750"/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6750"/>
                            </p:stCondLst>
                            <p:childTnLst>
                              <p:par>
                                <p:cTn id="3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50"/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7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50"/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825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875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925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975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025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075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125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175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2225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275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5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75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2425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75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5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575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75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65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750"/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725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750"/>
                                        <p:tgtEl>
                                          <p:spTgt spid="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8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750"/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875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750"/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>
  <p:cSld name="Agenda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"/>
          <p:cNvGrpSpPr/>
          <p:nvPr/>
        </p:nvGrpSpPr>
        <p:grpSpPr>
          <a:xfrm>
            <a:off x="0" y="0"/>
            <a:ext cx="12504712" cy="6858000"/>
            <a:chOff x="0" y="0"/>
            <a:chExt cx="12192000" cy="68580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" name="Google Shape;151;p1" descr="image2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" name="Google Shape;152;p1" descr="Pictur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17623" y="5816950"/>
            <a:ext cx="1162077" cy="8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" descr="Picture 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8558979" y="-41780"/>
            <a:ext cx="3978841" cy="23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" descr="Image 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68975" y="5820381"/>
            <a:ext cx="1706906" cy="7697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"/>
          <p:cNvSpPr txBox="1">
            <a:spLocks noGrp="1"/>
          </p:cNvSpPr>
          <p:nvPr>
            <p:ph type="subTitle" idx="4294967295"/>
          </p:nvPr>
        </p:nvSpPr>
        <p:spPr>
          <a:xfrm>
            <a:off x="0" y="2044525"/>
            <a:ext cx="12192000" cy="1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None/>
            </a:pPr>
            <a:r>
              <a:rPr lang="fr-FR" sz="5100" b="1" dirty="0" smtClean="0">
                <a:solidFill>
                  <a:schemeClr val="dk1"/>
                </a:solidFill>
              </a:rPr>
              <a:t>the </a:t>
            </a:r>
            <a:r>
              <a:rPr lang="fr-FR" sz="5100" b="1" dirty="0" err="1" smtClean="0">
                <a:solidFill>
                  <a:schemeClr val="dk1"/>
                </a:solidFill>
              </a:rPr>
              <a:t>rule</a:t>
            </a:r>
            <a:r>
              <a:rPr lang="fr-FR" sz="5100" b="1" dirty="0" smtClean="0">
                <a:solidFill>
                  <a:schemeClr val="dk1"/>
                </a:solidFill>
              </a:rPr>
              <a:t> of </a:t>
            </a:r>
            <a:r>
              <a:rPr lang="fr-FR" sz="5100" b="1" dirty="0" err="1" smtClean="0">
                <a:solidFill>
                  <a:schemeClr val="dk1"/>
                </a:solidFill>
              </a:rPr>
              <a:t>three</a:t>
            </a:r>
            <a:endParaRPr sz="3100" b="0" i="1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lang="fr-FR" sz="1500" b="1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fr-FR" sz="1500" b="1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</a:t>
            </a:r>
            <a:r>
              <a:rPr lang="fr-FR" sz="15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2A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lang="fr-FR" sz="1500" b="1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lang="fr-FR" sz="1500" b="1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fr-FR" sz="1500" b="1" dirty="0" smtClean="0">
                <a:solidFill>
                  <a:schemeClr val="dk1"/>
                </a:solidFill>
              </a:rPr>
              <a:t>Team C++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lang="fr-FR" sz="1500" b="1" dirty="0" smtClean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lang="fr-FR" sz="1500" b="1" i="0" u="none" strike="noStrike" cap="none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fr-FR" sz="15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</a:t>
            </a:r>
            <a:r>
              <a:rPr lang="fr-FR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2020/2021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" descr="C:\Users\faten\Desktop\CA-19\EURAC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1743" y="6055277"/>
            <a:ext cx="2399199" cy="47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" descr="C:\Users\faten\Desktop\CA-19\C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8452" y="5952471"/>
            <a:ext cx="1518118" cy="51278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</a:pPr>
              <a:t>1</a:t>
            </a:fld>
            <a:endParaRPr/>
          </a:p>
        </p:txBody>
      </p:sp>
      <p:pic>
        <p:nvPicPr>
          <p:cNvPr id="159" name="Google Shape;159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625" y="141925"/>
            <a:ext cx="4204723" cy="19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</a:t>
            </a:r>
            <a:r>
              <a:rPr lang="fr-FR" dirty="0" err="1" smtClean="0"/>
              <a:t>Outline</a:t>
            </a:r>
            <a:r>
              <a:rPr lang="fr-FR" dirty="0" smtClean="0"/>
              <a:t> of the </a:t>
            </a:r>
            <a:r>
              <a:rPr lang="fr-FR" dirty="0" err="1" smtClean="0"/>
              <a:t>chapter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fr-FR"/>
          </a:p>
        </p:txBody>
      </p:sp>
      <p:graphicFrame>
        <p:nvGraphicFramePr>
          <p:cNvPr id="5" name="Espace réservé du contenu 10">
            <a:extLst>
              <a:ext uri="{FF2B5EF4-FFF2-40B4-BE49-F238E27FC236}">
                <a16:creationId xmlns="" xmlns:a16="http://schemas.microsoft.com/office/drawing/2014/main" id="{6B70ECC2-AC7A-4E9F-9401-42DBC3F2A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717236309"/>
              </p:ext>
            </p:extLst>
          </p:nvPr>
        </p:nvGraphicFramePr>
        <p:xfrm>
          <a:off x="1484026" y="1933731"/>
          <a:ext cx="8350037" cy="4197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fr-FR"/>
          </a:p>
        </p:txBody>
      </p:sp>
      <p:sp>
        <p:nvSpPr>
          <p:cNvPr id="6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 txBox="1">
            <a:spLocks/>
          </p:cNvSpPr>
          <p:nvPr/>
        </p:nvSpPr>
        <p:spPr>
          <a:xfrm>
            <a:off x="9236586" y="666047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194EA0E9-6AA5-4C72-ADD8-CBD3FCBC5038}" type="slidenum">
              <a: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3</a:t>
            </a:fld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586280" y="839072"/>
            <a:ext cx="8383629" cy="4570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Reminder: Collection of polymorphic objects</a:t>
            </a:r>
            <a:endParaRPr sz="3300" b="1" dirty="0">
              <a:latin typeface="Calibri Light"/>
              <a:cs typeface="Calibri Light"/>
            </a:endParaRPr>
          </a:p>
        </p:txBody>
      </p:sp>
      <p:pic>
        <p:nvPicPr>
          <p:cNvPr id="8" name="Image 9">
            <a:extLst>
              <a:ext uri="{FF2B5EF4-FFF2-40B4-BE49-F238E27FC236}">
                <a16:creationId xmlns="" xmlns:a16="http://schemas.microsoft.com/office/drawing/2014/main" id="{307680F2-D5B5-4E63-B27A-D03C6523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96" y="1961535"/>
            <a:ext cx="4018361" cy="43950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ZoneTexte 35">
            <a:extLst>
              <a:ext uri="{FF2B5EF4-FFF2-40B4-BE49-F238E27FC236}">
                <a16:creationId xmlns="" xmlns:a16="http://schemas.microsoft.com/office/drawing/2014/main" id="{D3505172-3087-4653-B4BB-F835F34954F6}"/>
              </a:ext>
            </a:extLst>
          </p:cNvPr>
          <p:cNvSpPr txBox="1"/>
          <p:nvPr/>
        </p:nvSpPr>
        <p:spPr>
          <a:xfrm>
            <a:off x="5297271" y="4464496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</a:t>
            </a:r>
          </a:p>
        </p:txBody>
      </p:sp>
      <p:sp>
        <p:nvSpPr>
          <p:cNvPr id="10" name="ZoneTexte 36">
            <a:extLst>
              <a:ext uri="{FF2B5EF4-FFF2-40B4-BE49-F238E27FC236}">
                <a16:creationId xmlns="" xmlns:a16="http://schemas.microsoft.com/office/drawing/2014/main" id="{F64CF6AC-6331-4E5C-9681-77271DDCE2EC}"/>
              </a:ext>
            </a:extLst>
          </p:cNvPr>
          <p:cNvSpPr txBox="1"/>
          <p:nvPr/>
        </p:nvSpPr>
        <p:spPr>
          <a:xfrm>
            <a:off x="6521407" y="4464496"/>
            <a:ext cx="1252799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</a:t>
            </a:r>
          </a:p>
        </p:txBody>
      </p:sp>
      <p:sp>
        <p:nvSpPr>
          <p:cNvPr id="11" name="ZoneTexte 37">
            <a:extLst>
              <a:ext uri="{FF2B5EF4-FFF2-40B4-BE49-F238E27FC236}">
                <a16:creationId xmlns="" xmlns:a16="http://schemas.microsoft.com/office/drawing/2014/main" id="{1CC8C5E4-CB2A-43E6-9482-16C328245FBC}"/>
              </a:ext>
            </a:extLst>
          </p:cNvPr>
          <p:cNvSpPr txBox="1"/>
          <p:nvPr/>
        </p:nvSpPr>
        <p:spPr>
          <a:xfrm>
            <a:off x="7893503" y="4464496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4F963F2-9055-4295-A94E-FA89A8FA623D}"/>
              </a:ext>
            </a:extLst>
          </p:cNvPr>
          <p:cNvSpPr/>
          <p:nvPr/>
        </p:nvSpPr>
        <p:spPr>
          <a:xfrm>
            <a:off x="915196" y="5040560"/>
            <a:ext cx="1259897" cy="6480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53">
            <a:extLst>
              <a:ext uri="{FF2B5EF4-FFF2-40B4-BE49-F238E27FC236}">
                <a16:creationId xmlns="" xmlns:a16="http://schemas.microsoft.com/office/drawing/2014/main" id="{165B00F8-99A7-42D3-A4FC-4053D91B4CFB}"/>
              </a:ext>
            </a:extLst>
          </p:cNvPr>
          <p:cNvSpPr/>
          <p:nvPr/>
        </p:nvSpPr>
        <p:spPr>
          <a:xfrm>
            <a:off x="771181" y="1512167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14" name="Accolade fermante 3">
            <a:extLst>
              <a:ext uri="{FF2B5EF4-FFF2-40B4-BE49-F238E27FC236}">
                <a16:creationId xmlns="" xmlns:a16="http://schemas.microsoft.com/office/drawing/2014/main" id="{FC4FC6FB-0E38-47A5-A8DB-92EE49F5AF7C}"/>
              </a:ext>
            </a:extLst>
          </p:cNvPr>
          <p:cNvSpPr/>
          <p:nvPr/>
        </p:nvSpPr>
        <p:spPr>
          <a:xfrm rot="5400000">
            <a:off x="6741747" y="3316692"/>
            <a:ext cx="793863" cy="3950018"/>
          </a:xfrm>
          <a:prstGeom prst="rightBrace">
            <a:avLst>
              <a:gd name="adj1" fmla="val 8333"/>
              <a:gd name="adj2" fmla="val 45149"/>
            </a:avLst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 : avec coins arrondis en diagonale 30">
            <a:extLst>
              <a:ext uri="{FF2B5EF4-FFF2-40B4-BE49-F238E27FC236}">
                <a16:creationId xmlns="" xmlns:a16="http://schemas.microsoft.com/office/drawing/2014/main" id="{838EC834-3B07-4007-A770-4B0848C954BF}"/>
              </a:ext>
            </a:extLst>
          </p:cNvPr>
          <p:cNvSpPr/>
          <p:nvPr/>
        </p:nvSpPr>
        <p:spPr>
          <a:xfrm>
            <a:off x="5384027" y="6012937"/>
            <a:ext cx="3635896" cy="971839"/>
          </a:xfrm>
          <a:prstGeom prst="round2DiagRect">
            <a:avLst/>
          </a:prstGeom>
          <a:ln w="38100"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ym typeface="Wingdings" panose="05000000000000000000" pitchFamily="2" charset="2"/>
              </a:rPr>
              <a:t> </a:t>
            </a:r>
            <a:r>
              <a:rPr lang="en-US" b="1" dirty="0" smtClean="0">
                <a:sym typeface="Wingdings" panose="05000000000000000000" pitchFamily="2" charset="2"/>
              </a:rPr>
              <a:t>The variables of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the main added in the bank B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16" name="Image 4">
            <a:extLst>
              <a:ext uri="{FF2B5EF4-FFF2-40B4-BE49-F238E27FC236}">
                <a16:creationId xmlns="" xmlns:a16="http://schemas.microsoft.com/office/drawing/2014/main" id="{03D16D17-986E-43EF-A6D6-A1C243C9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422" y="1684635"/>
            <a:ext cx="3610251" cy="22758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43813F7D-7BFE-49A0-8EAE-B7FC38831701}"/>
              </a:ext>
            </a:extLst>
          </p:cNvPr>
          <p:cNvSpPr/>
          <p:nvPr/>
        </p:nvSpPr>
        <p:spPr>
          <a:xfrm>
            <a:off x="5383547" y="2952327"/>
            <a:ext cx="2016225" cy="5397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8" name="Connecteur droit avec flèche 39">
            <a:extLst>
              <a:ext uri="{FF2B5EF4-FFF2-40B4-BE49-F238E27FC236}">
                <a16:creationId xmlns="" xmlns:a16="http://schemas.microsoft.com/office/drawing/2014/main" id="{D98BC755-7112-4B96-AC38-DBD4ED4BA6FD}"/>
              </a:ext>
            </a:extLst>
          </p:cNvPr>
          <p:cNvCxnSpPr>
            <a:cxnSpLocks/>
          </p:cNvCxnSpPr>
          <p:nvPr/>
        </p:nvCxnSpPr>
        <p:spPr>
          <a:xfrm flipV="1">
            <a:off x="2193092" y="3168352"/>
            <a:ext cx="2910075" cy="21602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7">
            <a:extLst>
              <a:ext uri="{FF2B5EF4-FFF2-40B4-BE49-F238E27FC236}">
                <a16:creationId xmlns="" xmlns:a16="http://schemas.microsoft.com/office/drawing/2014/main" id="{998CFBCB-F0DB-4995-80BF-9E5FC91AE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625" y="1701467"/>
            <a:ext cx="4012365" cy="2258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D5BBE46-2170-4C36-A915-EC6C36EF1103}"/>
              </a:ext>
            </a:extLst>
          </p:cNvPr>
          <p:cNvSpPr/>
          <p:nvPr/>
        </p:nvSpPr>
        <p:spPr>
          <a:xfrm>
            <a:off x="5535947" y="2844584"/>
            <a:ext cx="2016225" cy="5397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1" name="Image 11">
            <a:extLst>
              <a:ext uri="{FF2B5EF4-FFF2-40B4-BE49-F238E27FC236}">
                <a16:creationId xmlns="" xmlns:a16="http://schemas.microsoft.com/office/drawing/2014/main" id="{E4FB52EA-FC4B-4C8B-8EE1-B01125336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690" y="1656184"/>
            <a:ext cx="3736340" cy="2304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7638C3C2-C2C8-4224-A5A3-0ABCC75A78B9}"/>
              </a:ext>
            </a:extLst>
          </p:cNvPr>
          <p:cNvSpPr/>
          <p:nvPr/>
        </p:nvSpPr>
        <p:spPr>
          <a:xfrm>
            <a:off x="5688347" y="2808311"/>
            <a:ext cx="2016225" cy="5397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Picture 4" descr="Image associée">
            <a:extLst>
              <a:ext uri="{FF2B5EF4-FFF2-40B4-BE49-F238E27FC236}">
                <a16:creationId xmlns="" xmlns:a16="http://schemas.microsoft.com/office/drawing/2014/main" id="{FC34C628-8CC9-4D9A-8ABA-CD008164E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 xmlns="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64440" y="0"/>
            <a:ext cx="8077135" cy="723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 : avec coins arrondis en diagonale 21">
            <a:extLst>
              <a:ext uri="{FF2B5EF4-FFF2-40B4-BE49-F238E27FC236}">
                <a16:creationId xmlns="" xmlns:a16="http://schemas.microsoft.com/office/drawing/2014/main" id="{4C424586-8EC0-41F2-977E-E46A186B7D36}"/>
              </a:ext>
            </a:extLst>
          </p:cNvPr>
          <p:cNvSpPr/>
          <p:nvPr/>
        </p:nvSpPr>
        <p:spPr>
          <a:xfrm>
            <a:off x="4886052" y="3760777"/>
            <a:ext cx="4742113" cy="971839"/>
          </a:xfrm>
          <a:prstGeom prst="round2DiagRect">
            <a:avLst/>
          </a:prstGeom>
          <a:ln w="38100">
            <a:solidFill>
              <a:srgbClr val="FF0000"/>
            </a:solidFill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Main and object B must not manipulate the same variables!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20" grpId="0" animBg="1"/>
      <p:bldP spid="22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BAC8DEE3-442E-4610-ABF3-04526E55E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330" y="1407401"/>
            <a:ext cx="4139293" cy="2457450"/>
          </a:xfrm>
          <a:prstGeom prst="rect">
            <a:avLst/>
          </a:prstGeom>
        </p:spPr>
      </p:pic>
      <p:sp>
        <p:nvSpPr>
          <p:cNvPr id="7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 txBox="1">
            <a:spLocks/>
          </p:cNvSpPr>
          <p:nvPr/>
        </p:nvSpPr>
        <p:spPr>
          <a:xfrm>
            <a:off x="9280831" y="649287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194EA0E9-6AA5-4C72-ADD8-CBD3FCBC5038}" type="slidenum">
              <a: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4</a:t>
            </a:fld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630525" y="671475"/>
            <a:ext cx="8221397" cy="4570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Reminder: Collection of polymorphic objects</a:t>
            </a:r>
            <a:endParaRPr sz="3300" b="1" dirty="0">
              <a:latin typeface="Calibri Light"/>
              <a:cs typeface="Calibri Light"/>
            </a:endParaRPr>
          </a:p>
        </p:txBody>
      </p:sp>
      <p:pic>
        <p:nvPicPr>
          <p:cNvPr id="9" name="Image 9">
            <a:extLst>
              <a:ext uri="{FF2B5EF4-FFF2-40B4-BE49-F238E27FC236}">
                <a16:creationId xmlns="" xmlns:a16="http://schemas.microsoft.com/office/drawing/2014/main" id="{307680F2-D5B5-4E63-B27A-D03C6523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41" y="1696065"/>
            <a:ext cx="4018361" cy="43655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4F963F2-9055-4295-A94E-FA89A8FA623D}"/>
              </a:ext>
            </a:extLst>
          </p:cNvPr>
          <p:cNvSpPr/>
          <p:nvPr/>
        </p:nvSpPr>
        <p:spPr>
          <a:xfrm>
            <a:off x="959441" y="4799221"/>
            <a:ext cx="1259897" cy="6480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 : avec coins arrondis en diagonale 53">
            <a:extLst>
              <a:ext uri="{FF2B5EF4-FFF2-40B4-BE49-F238E27FC236}">
                <a16:creationId xmlns="" xmlns:a16="http://schemas.microsoft.com/office/drawing/2014/main" id="{165B00F8-99A7-42D3-A4FC-4053D91B4CFB}"/>
              </a:ext>
            </a:extLst>
          </p:cNvPr>
          <p:cNvSpPr/>
          <p:nvPr/>
        </p:nvSpPr>
        <p:spPr>
          <a:xfrm>
            <a:off x="815426" y="1344570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3813F7D-7BFE-49A0-8EAE-B7FC38831701}"/>
              </a:ext>
            </a:extLst>
          </p:cNvPr>
          <p:cNvSpPr/>
          <p:nvPr/>
        </p:nvSpPr>
        <p:spPr>
          <a:xfrm>
            <a:off x="5495946" y="2712722"/>
            <a:ext cx="2808312" cy="216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39">
            <a:extLst>
              <a:ext uri="{FF2B5EF4-FFF2-40B4-BE49-F238E27FC236}">
                <a16:creationId xmlns="" xmlns:a16="http://schemas.microsoft.com/office/drawing/2014/main" id="{D98BC755-7112-4B96-AC38-DBD4ED4BA6FD}"/>
              </a:ext>
            </a:extLst>
          </p:cNvPr>
          <p:cNvCxnSpPr>
            <a:cxnSpLocks/>
          </p:cNvCxnSpPr>
          <p:nvPr/>
        </p:nvCxnSpPr>
        <p:spPr>
          <a:xfrm flipV="1">
            <a:off x="2237337" y="3000755"/>
            <a:ext cx="2910075" cy="21602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9">
            <a:extLst>
              <a:ext uri="{FF2B5EF4-FFF2-40B4-BE49-F238E27FC236}">
                <a16:creationId xmlns="" xmlns:a16="http://schemas.microsoft.com/office/drawing/2014/main" id="{4F15F075-333A-45D0-B7B8-797C06026CF0}"/>
              </a:ext>
            </a:extLst>
          </p:cNvPr>
          <p:cNvSpPr txBox="1"/>
          <p:nvPr/>
        </p:nvSpPr>
        <p:spPr>
          <a:xfrm>
            <a:off x="5495953" y="4224891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15" name="ZoneTexte 20">
            <a:extLst>
              <a:ext uri="{FF2B5EF4-FFF2-40B4-BE49-F238E27FC236}">
                <a16:creationId xmlns="" xmlns:a16="http://schemas.microsoft.com/office/drawing/2014/main" id="{0B941CBF-732B-4D37-BB27-78AB5A86026C}"/>
              </a:ext>
            </a:extLst>
          </p:cNvPr>
          <p:cNvSpPr txBox="1"/>
          <p:nvPr/>
        </p:nvSpPr>
        <p:spPr>
          <a:xfrm>
            <a:off x="6720089" y="4224891"/>
            <a:ext cx="1252799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16" name="ZoneTexte 21">
            <a:extLst>
              <a:ext uri="{FF2B5EF4-FFF2-40B4-BE49-F238E27FC236}">
                <a16:creationId xmlns="" xmlns:a16="http://schemas.microsoft.com/office/drawing/2014/main" id="{98EB6C2C-41DF-4CC6-9A5C-42427F51F5E1}"/>
              </a:ext>
            </a:extLst>
          </p:cNvPr>
          <p:cNvSpPr txBox="1"/>
          <p:nvPr/>
        </p:nvSpPr>
        <p:spPr>
          <a:xfrm>
            <a:off x="8092185" y="4224891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17" name="Accolade fermante 22">
            <a:extLst>
              <a:ext uri="{FF2B5EF4-FFF2-40B4-BE49-F238E27FC236}">
                <a16:creationId xmlns="" xmlns:a16="http://schemas.microsoft.com/office/drawing/2014/main" id="{C5D2C3A4-5D04-4CDE-81B3-F27B7425271F}"/>
              </a:ext>
            </a:extLst>
          </p:cNvPr>
          <p:cNvSpPr/>
          <p:nvPr/>
        </p:nvSpPr>
        <p:spPr>
          <a:xfrm rot="5400000">
            <a:off x="6940429" y="3077087"/>
            <a:ext cx="793863" cy="3950018"/>
          </a:xfrm>
          <a:prstGeom prst="rightBrace">
            <a:avLst>
              <a:gd name="adj1" fmla="val 8333"/>
              <a:gd name="adj2" fmla="val 45149"/>
            </a:avLst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 : avec coins arrondis en diagonale 23">
            <a:extLst>
              <a:ext uri="{FF2B5EF4-FFF2-40B4-BE49-F238E27FC236}">
                <a16:creationId xmlns="" xmlns:a16="http://schemas.microsoft.com/office/drawing/2014/main" id="{810996CD-239F-4CD0-B9DA-E368E72501E4}"/>
              </a:ext>
            </a:extLst>
          </p:cNvPr>
          <p:cNvSpPr/>
          <p:nvPr/>
        </p:nvSpPr>
        <p:spPr>
          <a:xfrm>
            <a:off x="4991889" y="5773332"/>
            <a:ext cx="4742113" cy="971839"/>
          </a:xfrm>
          <a:prstGeom prst="round2DiagRect">
            <a:avLst/>
          </a:prstGeom>
          <a:ln w="38100"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Add </a:t>
            </a:r>
            <a:r>
              <a:rPr lang="en-US" b="1" dirty="0" smtClean="0">
                <a:solidFill>
                  <a:srgbClr val="FF0000"/>
                </a:solidFill>
              </a:rPr>
              <a:t>copies</a:t>
            </a:r>
            <a:r>
              <a:rPr lang="en-US" b="1" dirty="0" smtClean="0"/>
              <a:t> of C1, CC1 and CE (variables of the main) in object B (C11, CC11, CE1)</a:t>
            </a:r>
            <a:endParaRPr lang="fr-FR" b="1" dirty="0"/>
          </a:p>
        </p:txBody>
      </p:sp>
      <p:sp>
        <p:nvSpPr>
          <p:cNvPr id="19" name="Rectangle : avec coins arrondis en diagonale 24">
            <a:extLst>
              <a:ext uri="{FF2B5EF4-FFF2-40B4-BE49-F238E27FC236}">
                <a16:creationId xmlns="" xmlns:a16="http://schemas.microsoft.com/office/drawing/2014/main" id="{33DF04C0-DEB9-4499-81BE-977952F193AC}"/>
              </a:ext>
            </a:extLst>
          </p:cNvPr>
          <p:cNvSpPr/>
          <p:nvPr/>
        </p:nvSpPr>
        <p:spPr>
          <a:xfrm>
            <a:off x="5351930" y="4005646"/>
            <a:ext cx="1158343" cy="252028"/>
          </a:xfrm>
          <a:prstGeom prst="round2DiagRect">
            <a:avLst/>
          </a:prstGeom>
          <a:ln w="38100">
            <a:solidFill>
              <a:srgbClr val="FF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Copy </a:t>
            </a:r>
            <a:r>
              <a:rPr lang="fr-FR" b="1" dirty="0"/>
              <a:t>C1</a:t>
            </a:r>
          </a:p>
        </p:txBody>
      </p:sp>
      <p:sp>
        <p:nvSpPr>
          <p:cNvPr id="20" name="Rectangle : avec coins arrondis en diagonale 25">
            <a:extLst>
              <a:ext uri="{FF2B5EF4-FFF2-40B4-BE49-F238E27FC236}">
                <a16:creationId xmlns="" xmlns:a16="http://schemas.microsoft.com/office/drawing/2014/main" id="{3CF08544-8C8F-467F-9161-DF8970BE1C58}"/>
              </a:ext>
            </a:extLst>
          </p:cNvPr>
          <p:cNvSpPr/>
          <p:nvPr/>
        </p:nvSpPr>
        <p:spPr>
          <a:xfrm>
            <a:off x="6785875" y="4008867"/>
            <a:ext cx="1158343" cy="252028"/>
          </a:xfrm>
          <a:prstGeom prst="round2DiagRect">
            <a:avLst/>
          </a:prstGeom>
          <a:ln w="38100">
            <a:solidFill>
              <a:srgbClr val="FF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CopyCC1</a:t>
            </a:r>
            <a:endParaRPr lang="fr-FR" b="1" dirty="0"/>
          </a:p>
        </p:txBody>
      </p:sp>
      <p:sp>
        <p:nvSpPr>
          <p:cNvPr id="21" name="Rectangle : avec coins arrondis en diagonale 28">
            <a:extLst>
              <a:ext uri="{FF2B5EF4-FFF2-40B4-BE49-F238E27FC236}">
                <a16:creationId xmlns="" xmlns:a16="http://schemas.microsoft.com/office/drawing/2014/main" id="{55221659-BF96-449D-8BB7-4A8E242EA6DA}"/>
              </a:ext>
            </a:extLst>
          </p:cNvPr>
          <p:cNvSpPr/>
          <p:nvPr/>
        </p:nvSpPr>
        <p:spPr>
          <a:xfrm>
            <a:off x="8154027" y="4008867"/>
            <a:ext cx="1158343" cy="252028"/>
          </a:xfrm>
          <a:prstGeom prst="round2DiagRect">
            <a:avLst/>
          </a:prstGeom>
          <a:ln w="38100">
            <a:solidFill>
              <a:srgbClr val="FF99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Copy </a:t>
            </a:r>
            <a:r>
              <a:rPr lang="fr-FR" b="1" dirty="0"/>
              <a:t>CE</a:t>
            </a:r>
          </a:p>
        </p:txBody>
      </p:sp>
      <p:pic>
        <p:nvPicPr>
          <p:cNvPr id="22" name="Image 11">
            <a:extLst>
              <a:ext uri="{FF2B5EF4-FFF2-40B4-BE49-F238E27FC236}">
                <a16:creationId xmlns="" xmlns:a16="http://schemas.microsoft.com/office/drawing/2014/main" id="{8780A3B7-B986-4678-9AF4-8BC782694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392" y="1268718"/>
            <a:ext cx="4083884" cy="252412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FC2FBA5B-46B6-4F36-859A-75146C9D851C}"/>
              </a:ext>
            </a:extLst>
          </p:cNvPr>
          <p:cNvSpPr/>
          <p:nvPr/>
        </p:nvSpPr>
        <p:spPr>
          <a:xfrm>
            <a:off x="5730514" y="2590345"/>
            <a:ext cx="3087960" cy="241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4" name="Image 13">
            <a:extLst>
              <a:ext uri="{FF2B5EF4-FFF2-40B4-BE49-F238E27FC236}">
                <a16:creationId xmlns="" xmlns:a16="http://schemas.microsoft.com/office/drawing/2014/main" id="{2A6D6809-E817-4528-85A8-BF9DB4630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308" y="1228284"/>
            <a:ext cx="3972701" cy="25622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9E052A8E-723D-41E3-949F-FEDDC70F7D89}"/>
              </a:ext>
            </a:extLst>
          </p:cNvPr>
          <p:cNvSpPr/>
          <p:nvPr/>
        </p:nvSpPr>
        <p:spPr>
          <a:xfrm>
            <a:off x="5821066" y="2543293"/>
            <a:ext cx="3087960" cy="241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fr-FR"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984488" y="671475"/>
            <a:ext cx="7033772" cy="4570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endParaRPr lang="fr-FR" sz="3300" b="1" spc="-4" dirty="0">
              <a:solidFill>
                <a:srgbClr val="C00000"/>
              </a:solidFill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pic>
        <p:nvPicPr>
          <p:cNvPr id="8" name="Image 9">
            <a:extLst>
              <a:ext uri="{FF2B5EF4-FFF2-40B4-BE49-F238E27FC236}">
                <a16:creationId xmlns="" xmlns:a16="http://schemas.microsoft.com/office/drawing/2014/main" id="{307680F2-D5B5-4E63-B27A-D03C6523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03" y="1843549"/>
            <a:ext cx="4018361" cy="43655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" name="Connecteur droit avec flèche 17">
            <a:extLst>
              <a:ext uri="{FF2B5EF4-FFF2-40B4-BE49-F238E27FC236}">
                <a16:creationId xmlns="" xmlns:a16="http://schemas.microsoft.com/office/drawing/2014/main" id="{798655ED-B8B4-4133-AA9D-CAEF908F4F38}"/>
              </a:ext>
            </a:extLst>
          </p:cNvPr>
          <p:cNvCxnSpPr>
            <a:cxnSpLocks/>
          </p:cNvCxnSpPr>
          <p:nvPr/>
        </p:nvCxnSpPr>
        <p:spPr>
          <a:xfrm flipH="1">
            <a:off x="1241396" y="6241115"/>
            <a:ext cx="23762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19">
            <a:extLst>
              <a:ext uri="{FF2B5EF4-FFF2-40B4-BE49-F238E27FC236}">
                <a16:creationId xmlns="" xmlns:a16="http://schemas.microsoft.com/office/drawing/2014/main" id="{5D492587-73C8-4E14-88CE-F3DCE800AC21}"/>
              </a:ext>
            </a:extLst>
          </p:cNvPr>
          <p:cNvCxnSpPr>
            <a:cxnSpLocks/>
          </p:cNvCxnSpPr>
          <p:nvPr/>
        </p:nvCxnSpPr>
        <p:spPr>
          <a:xfrm>
            <a:off x="3617660" y="5449027"/>
            <a:ext cx="0" cy="7920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Bulle narrative : rectangle à coins arrondis 21">
            <a:extLst>
              <a:ext uri="{FF2B5EF4-FFF2-40B4-BE49-F238E27FC236}">
                <a16:creationId xmlns="" xmlns:a16="http://schemas.microsoft.com/office/drawing/2014/main" id="{0172BDD9-D3BC-42DD-BC5F-50FEC869A83B}"/>
              </a:ext>
            </a:extLst>
          </p:cNvPr>
          <p:cNvSpPr/>
          <p:nvPr/>
        </p:nvSpPr>
        <p:spPr>
          <a:xfrm>
            <a:off x="3905692" y="5410992"/>
            <a:ext cx="2235230" cy="542091"/>
          </a:xfrm>
          <a:prstGeom prst="wedgeRoundRectCallout">
            <a:avLst>
              <a:gd name="adj1" fmla="val -60452"/>
              <a:gd name="adj2" fmla="val 27867"/>
              <a:gd name="adj3" fmla="val 16667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 to the</a:t>
            </a:r>
            <a:r>
              <a:rPr lang="en-US" b="1" dirty="0" smtClean="0">
                <a:solidFill>
                  <a:srgbClr val="FF0000"/>
                </a:solidFill>
              </a:rPr>
              <a:t> destructor </a:t>
            </a:r>
            <a:r>
              <a:rPr lang="en-US" dirty="0" smtClean="0"/>
              <a:t>of the Bank class</a:t>
            </a:r>
            <a:endParaRPr lang="fr-FR" dirty="0"/>
          </a:p>
        </p:txBody>
      </p:sp>
      <p:sp>
        <p:nvSpPr>
          <p:cNvPr id="12" name="Rectangle : avec coins arrondis en diagonale 23">
            <a:extLst>
              <a:ext uri="{FF2B5EF4-FFF2-40B4-BE49-F238E27FC236}">
                <a16:creationId xmlns="" xmlns:a16="http://schemas.microsoft.com/office/drawing/2014/main" id="{373997D1-6DB8-4429-9CA0-DD07DC0C7589}"/>
              </a:ext>
            </a:extLst>
          </p:cNvPr>
          <p:cNvSpPr/>
          <p:nvPr/>
        </p:nvSpPr>
        <p:spPr>
          <a:xfrm>
            <a:off x="5345852" y="2017613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B</a:t>
            </a:r>
          </a:p>
        </p:txBody>
      </p:sp>
      <p:grpSp>
        <p:nvGrpSpPr>
          <p:cNvPr id="13" name="Groupe 48">
            <a:extLst>
              <a:ext uri="{FF2B5EF4-FFF2-40B4-BE49-F238E27FC236}">
                <a16:creationId xmlns="" xmlns:a16="http://schemas.microsoft.com/office/drawing/2014/main" id="{A129FC4D-34C8-42B1-A3A9-F18528A1AFB2}"/>
              </a:ext>
            </a:extLst>
          </p:cNvPr>
          <p:cNvGrpSpPr/>
          <p:nvPr/>
        </p:nvGrpSpPr>
        <p:grpSpPr>
          <a:xfrm>
            <a:off x="6117726" y="2137848"/>
            <a:ext cx="3950022" cy="1943027"/>
            <a:chOff x="5055842" y="2134045"/>
            <a:chExt cx="3950022" cy="1943027"/>
          </a:xfrm>
        </p:grpSpPr>
        <p:grpSp>
          <p:nvGrpSpPr>
            <p:cNvPr id="14" name="Groupe 47">
              <a:extLst>
                <a:ext uri="{FF2B5EF4-FFF2-40B4-BE49-F238E27FC236}">
                  <a16:creationId xmlns="" xmlns:a16="http://schemas.microsoft.com/office/drawing/2014/main" id="{4626BAC6-766A-4993-B808-D501002FFEB4}"/>
                </a:ext>
              </a:extLst>
            </p:cNvPr>
            <p:cNvGrpSpPr/>
            <p:nvPr/>
          </p:nvGrpSpPr>
          <p:grpSpPr>
            <a:xfrm>
              <a:off x="5055842" y="2134045"/>
              <a:ext cx="3950022" cy="1918930"/>
              <a:chOff x="5055842" y="2134045"/>
              <a:chExt cx="3950022" cy="19189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="" xmlns:a16="http://schemas.microsoft.com/office/drawing/2014/main" id="{94E474E5-59C4-455D-812C-619B481A7D91}"/>
                  </a:ext>
                </a:extLst>
              </p:cNvPr>
              <p:cNvSpPr/>
              <p:nvPr/>
            </p:nvSpPr>
            <p:spPr>
              <a:xfrm>
                <a:off x="5055842" y="2134045"/>
                <a:ext cx="3950022" cy="1741810"/>
              </a:xfrm>
              <a:prstGeom prst="rect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" name="ZoneTexte 24">
                <a:extLst>
                  <a:ext uri="{FF2B5EF4-FFF2-40B4-BE49-F238E27FC236}">
                    <a16:creationId xmlns="" xmlns:a16="http://schemas.microsoft.com/office/drawing/2014/main" id="{3312FE2D-1AA9-45E2-AD4D-8DB5101A0842}"/>
                  </a:ext>
                </a:extLst>
              </p:cNvPr>
              <p:cNvSpPr txBox="1"/>
              <p:nvPr/>
            </p:nvSpPr>
            <p:spPr>
              <a:xfrm>
                <a:off x="5292080" y="2435694"/>
                <a:ext cx="15841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Name </a:t>
                </a:r>
                <a:r>
                  <a:rPr lang="fr-FR" dirty="0"/>
                  <a:t>: «  »</a:t>
                </a:r>
              </a:p>
            </p:txBody>
          </p:sp>
          <p:sp>
            <p:nvSpPr>
              <p:cNvPr id="19" name="ZoneTexte 25">
                <a:extLst>
                  <a:ext uri="{FF2B5EF4-FFF2-40B4-BE49-F238E27FC236}">
                    <a16:creationId xmlns="" xmlns:a16="http://schemas.microsoft.com/office/drawing/2014/main" id="{252A4816-7AB0-4342-8797-3F533966EA1C}"/>
                  </a:ext>
                </a:extLst>
              </p:cNvPr>
              <p:cNvSpPr txBox="1"/>
              <p:nvPr/>
            </p:nvSpPr>
            <p:spPr>
              <a:xfrm>
                <a:off x="5292080" y="2714435"/>
                <a:ext cx="15841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 smtClean="0"/>
                  <a:t>Adress</a:t>
                </a:r>
                <a:r>
                  <a:rPr lang="fr-FR" dirty="0" smtClean="0"/>
                  <a:t> </a:t>
                </a:r>
                <a:r>
                  <a:rPr lang="fr-FR" dirty="0"/>
                  <a:t>: «  »</a:t>
                </a:r>
              </a:p>
            </p:txBody>
          </p:sp>
          <p:sp>
            <p:nvSpPr>
              <p:cNvPr id="20" name="ZoneTexte 26">
                <a:extLst>
                  <a:ext uri="{FF2B5EF4-FFF2-40B4-BE49-F238E27FC236}">
                    <a16:creationId xmlns="" xmlns:a16="http://schemas.microsoft.com/office/drawing/2014/main" id="{79827CB2-1387-45B1-B33B-92BC9DA45826}"/>
                  </a:ext>
                </a:extLst>
              </p:cNvPr>
              <p:cNvSpPr txBox="1"/>
              <p:nvPr/>
            </p:nvSpPr>
            <p:spPr>
              <a:xfrm>
                <a:off x="5292080" y="3074475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tab : 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="" xmlns:a16="http://schemas.microsoft.com/office/drawing/2014/main" id="{8B88E97A-216E-4F38-BBAC-FB5A671D7E6C}"/>
                  </a:ext>
                </a:extLst>
              </p:cNvPr>
              <p:cNvSpPr/>
              <p:nvPr/>
            </p:nvSpPr>
            <p:spPr>
              <a:xfrm>
                <a:off x="5868144" y="3106675"/>
                <a:ext cx="936104" cy="418430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1" dirty="0">
                    <a:solidFill>
                      <a:srgbClr val="FF0000"/>
                    </a:solidFill>
                  </a:rPr>
                  <a:t>@</a:t>
                </a:r>
                <a:r>
                  <a:rPr lang="fr-FR" sz="2000" dirty="0"/>
                  <a:t>C11</a:t>
                </a:r>
                <a:endParaRPr lang="fr-FR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id="{C4E3C3AD-E1C9-434F-80C1-F459042F9018}"/>
                  </a:ext>
                </a:extLst>
              </p:cNvPr>
              <p:cNvSpPr/>
              <p:nvPr/>
            </p:nvSpPr>
            <p:spPr>
              <a:xfrm>
                <a:off x="6804248" y="3106675"/>
                <a:ext cx="1100333" cy="418430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1" dirty="0">
                    <a:solidFill>
                      <a:srgbClr val="FF0000"/>
                    </a:solidFill>
                  </a:rPr>
                  <a:t>@</a:t>
                </a:r>
                <a:r>
                  <a:rPr lang="fr-FR" sz="2000" dirty="0"/>
                  <a:t>CC11</a:t>
                </a:r>
                <a:endParaRPr lang="fr-FR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="" xmlns:a16="http://schemas.microsoft.com/office/drawing/2014/main" id="{F9B076AE-0D06-4ADE-B892-0DE56FFE2371}"/>
                  </a:ext>
                </a:extLst>
              </p:cNvPr>
              <p:cNvSpPr/>
              <p:nvPr/>
            </p:nvSpPr>
            <p:spPr>
              <a:xfrm>
                <a:off x="7884367" y="3106675"/>
                <a:ext cx="939769" cy="418430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1" dirty="0">
                    <a:solidFill>
                      <a:srgbClr val="FF0000"/>
                    </a:solidFill>
                  </a:rPr>
                  <a:t>@</a:t>
                </a:r>
                <a:r>
                  <a:rPr lang="fr-FR" sz="2000" dirty="0"/>
                  <a:t>CE1</a:t>
                </a:r>
                <a:endParaRPr lang="fr-FR" dirty="0"/>
              </a:p>
            </p:txBody>
          </p:sp>
          <p:cxnSp>
            <p:nvCxnSpPr>
              <p:cNvPr id="24" name="Connecteur droit avec flèche 31">
                <a:extLst>
                  <a:ext uri="{FF2B5EF4-FFF2-40B4-BE49-F238E27FC236}">
                    <a16:creationId xmlns="" xmlns:a16="http://schemas.microsoft.com/office/drawing/2014/main" id="{35EAE879-0246-4988-AB04-A74947C39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4168" y="3501008"/>
                <a:ext cx="0" cy="551967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Connecteur droit avec flèche 33">
              <a:extLst>
                <a:ext uri="{FF2B5EF4-FFF2-40B4-BE49-F238E27FC236}">
                  <a16:creationId xmlns="" xmlns:a16="http://schemas.microsoft.com/office/drawing/2014/main" id="{E8C1BB15-EDE3-4314-98C0-1EAFF0AE1EBE}"/>
                </a:ext>
              </a:extLst>
            </p:cNvPr>
            <p:cNvCxnSpPr>
              <a:cxnSpLocks/>
            </p:cNvCxnSpPr>
            <p:nvPr/>
          </p:nvCxnSpPr>
          <p:spPr>
            <a:xfrm>
              <a:off x="7020272" y="3515815"/>
              <a:ext cx="0" cy="56125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34">
              <a:extLst>
                <a:ext uri="{FF2B5EF4-FFF2-40B4-BE49-F238E27FC236}">
                  <a16:creationId xmlns="" xmlns:a16="http://schemas.microsoft.com/office/drawing/2014/main" id="{BFD60EE9-2FBC-4620-ABBB-24040AE6F7CC}"/>
                </a:ext>
              </a:extLst>
            </p:cNvPr>
            <p:cNvCxnSpPr>
              <a:cxnSpLocks/>
            </p:cNvCxnSpPr>
            <p:nvPr/>
          </p:nvCxnSpPr>
          <p:spPr>
            <a:xfrm>
              <a:off x="7956376" y="3515815"/>
              <a:ext cx="0" cy="56125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ZoneTexte 35">
            <a:extLst>
              <a:ext uri="{FF2B5EF4-FFF2-40B4-BE49-F238E27FC236}">
                <a16:creationId xmlns="" xmlns:a16="http://schemas.microsoft.com/office/drawing/2014/main" id="{D3505172-3087-4653-B4BB-F835F34954F6}"/>
              </a:ext>
            </a:extLst>
          </p:cNvPr>
          <p:cNvSpPr txBox="1"/>
          <p:nvPr/>
        </p:nvSpPr>
        <p:spPr>
          <a:xfrm>
            <a:off x="6281956" y="4080875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6" name="ZoneTexte 36">
            <a:extLst>
              <a:ext uri="{FF2B5EF4-FFF2-40B4-BE49-F238E27FC236}">
                <a16:creationId xmlns="" xmlns:a16="http://schemas.microsoft.com/office/drawing/2014/main" id="{F64CF6AC-6331-4E5C-9681-77271DDCE2EC}"/>
              </a:ext>
            </a:extLst>
          </p:cNvPr>
          <p:cNvSpPr txBox="1"/>
          <p:nvPr/>
        </p:nvSpPr>
        <p:spPr>
          <a:xfrm>
            <a:off x="7506092" y="4080875"/>
            <a:ext cx="1252799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7" name="ZoneTexte 37">
            <a:extLst>
              <a:ext uri="{FF2B5EF4-FFF2-40B4-BE49-F238E27FC236}">
                <a16:creationId xmlns="" xmlns:a16="http://schemas.microsoft.com/office/drawing/2014/main" id="{1CC8C5E4-CB2A-43E6-9482-16C328245FBC}"/>
              </a:ext>
            </a:extLst>
          </p:cNvPr>
          <p:cNvSpPr txBox="1"/>
          <p:nvPr/>
        </p:nvSpPr>
        <p:spPr>
          <a:xfrm>
            <a:off x="8878188" y="4080875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8" name="Parenthèses 38">
            <a:extLst>
              <a:ext uri="{FF2B5EF4-FFF2-40B4-BE49-F238E27FC236}">
                <a16:creationId xmlns="" xmlns:a16="http://schemas.microsoft.com/office/drawing/2014/main" id="{A51F890B-6A51-45BC-A974-3FBE44A21B31}"/>
              </a:ext>
            </a:extLst>
          </p:cNvPr>
          <p:cNvSpPr/>
          <p:nvPr/>
        </p:nvSpPr>
        <p:spPr>
          <a:xfrm>
            <a:off x="6137940" y="1488587"/>
            <a:ext cx="3878015" cy="490438"/>
          </a:xfrm>
          <a:prstGeom prst="bracketPair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Bank </a:t>
            </a:r>
            <a:r>
              <a:rPr lang="fr-FR" b="1" dirty="0"/>
              <a:t>B</a:t>
            </a:r>
            <a:r>
              <a:rPr lang="fr-FR" dirty="0"/>
              <a:t>; // </a:t>
            </a:r>
            <a:r>
              <a:rPr lang="en-US" dirty="0" smtClean="0"/>
              <a:t>Instantiation of the object B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94F963F2-9055-4295-A94E-FA89A8FA623D}"/>
              </a:ext>
            </a:extLst>
          </p:cNvPr>
          <p:cNvSpPr/>
          <p:nvPr/>
        </p:nvSpPr>
        <p:spPr>
          <a:xfrm>
            <a:off x="1313403" y="4689903"/>
            <a:ext cx="1259897" cy="10081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Bulle narrative : rectangle à coins arrondis 13">
            <a:extLst>
              <a:ext uri="{FF2B5EF4-FFF2-40B4-BE49-F238E27FC236}">
                <a16:creationId xmlns="" xmlns:a16="http://schemas.microsoft.com/office/drawing/2014/main" id="{8622EDD7-CD74-4FE2-BB75-C5C434AAD00B}"/>
              </a:ext>
            </a:extLst>
          </p:cNvPr>
          <p:cNvSpPr/>
          <p:nvPr/>
        </p:nvSpPr>
        <p:spPr>
          <a:xfrm>
            <a:off x="3740849" y="4542419"/>
            <a:ext cx="1368149" cy="792088"/>
          </a:xfrm>
          <a:prstGeom prst="wedgeRoundRectCallout">
            <a:avLst>
              <a:gd name="adj1" fmla="val -129056"/>
              <a:gd name="adj2" fmla="val -32419"/>
              <a:gd name="adj3" fmla="val 16667"/>
            </a:avLst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Static Allocation</a:t>
            </a:r>
            <a:endParaRPr lang="fr-FR" b="1" noProof="1"/>
          </a:p>
        </p:txBody>
      </p:sp>
      <p:sp>
        <p:nvSpPr>
          <p:cNvPr id="31" name="Rectangle : avec coins arrondis en diagonale 53">
            <a:extLst>
              <a:ext uri="{FF2B5EF4-FFF2-40B4-BE49-F238E27FC236}">
                <a16:creationId xmlns="" xmlns:a16="http://schemas.microsoft.com/office/drawing/2014/main" id="{165B00F8-99A7-42D3-A4FC-4053D91B4CFB}"/>
              </a:ext>
            </a:extLst>
          </p:cNvPr>
          <p:cNvSpPr/>
          <p:nvPr/>
        </p:nvSpPr>
        <p:spPr>
          <a:xfrm>
            <a:off x="1169388" y="1344570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32" name="Accolade fermante 3">
            <a:extLst>
              <a:ext uri="{FF2B5EF4-FFF2-40B4-BE49-F238E27FC236}">
                <a16:creationId xmlns="" xmlns:a16="http://schemas.microsoft.com/office/drawing/2014/main" id="{FC4FC6FB-0E38-47A5-A8DB-92EE49F5AF7C}"/>
              </a:ext>
            </a:extLst>
          </p:cNvPr>
          <p:cNvSpPr/>
          <p:nvPr/>
        </p:nvSpPr>
        <p:spPr>
          <a:xfrm rot="5400000">
            <a:off x="7726432" y="2933071"/>
            <a:ext cx="793863" cy="3950018"/>
          </a:xfrm>
          <a:prstGeom prst="rightBrace">
            <a:avLst>
              <a:gd name="adj1" fmla="val 8333"/>
              <a:gd name="adj2" fmla="val 45149"/>
            </a:avLst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 : avec coins arrondis en diagonale 30">
            <a:extLst>
              <a:ext uri="{FF2B5EF4-FFF2-40B4-BE49-F238E27FC236}">
                <a16:creationId xmlns="" xmlns:a16="http://schemas.microsoft.com/office/drawing/2014/main" id="{838EC834-3B07-4007-A770-4B0848C954BF}"/>
              </a:ext>
            </a:extLst>
          </p:cNvPr>
          <p:cNvSpPr/>
          <p:nvPr/>
        </p:nvSpPr>
        <p:spPr>
          <a:xfrm>
            <a:off x="6353964" y="5629316"/>
            <a:ext cx="3635896" cy="542091"/>
          </a:xfrm>
          <a:prstGeom prst="round2DiagRect">
            <a:avLst/>
          </a:prstGeom>
          <a:ln w="38100">
            <a:solidFill>
              <a:srgbClr val="FF33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These </a:t>
            </a:r>
            <a:r>
              <a:rPr lang="en-US" b="1" dirty="0" smtClean="0">
                <a:solidFill>
                  <a:srgbClr val="FF0000"/>
                </a:solidFill>
              </a:rPr>
              <a:t>are copies </a:t>
            </a:r>
            <a:r>
              <a:rPr lang="en-US" b="1" dirty="0" smtClean="0"/>
              <a:t>of C1, CC1 and CE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fr-FR"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1007155" y="3405213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b="1" dirty="0">
              <a:latin typeface="Calibri Light"/>
              <a:cs typeface="Calibri Light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B2ABE1BE-1EA1-45C4-91B8-E3AE0623A8C0}"/>
              </a:ext>
            </a:extLst>
          </p:cNvPr>
          <p:cNvSpPr txBox="1"/>
          <p:nvPr/>
        </p:nvSpPr>
        <p:spPr>
          <a:xfrm>
            <a:off x="982623" y="4156472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lang="fr-FR" b="1" dirty="0">
              <a:latin typeface="Calibri Light"/>
              <a:cs typeface="Calibri Light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943259" y="692696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endParaRPr lang="fr-FR" sz="3300" b="1" spc="-4" dirty="0">
              <a:solidFill>
                <a:srgbClr val="C00000"/>
              </a:solidFill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10" name="Rectangle : avec coins arrondis en diagonale 13">
            <a:extLst>
              <a:ext uri="{FF2B5EF4-FFF2-40B4-BE49-F238E27FC236}">
                <a16:creationId xmlns="" xmlns:a16="http://schemas.microsoft.com/office/drawing/2014/main" id="{F62F04BD-5DFA-4F27-B8E7-6ABE3B7DFDF3}"/>
              </a:ext>
            </a:extLst>
          </p:cNvPr>
          <p:cNvSpPr/>
          <p:nvPr/>
        </p:nvSpPr>
        <p:spPr>
          <a:xfrm>
            <a:off x="982623" y="2780928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pic>
        <p:nvPicPr>
          <p:cNvPr id="11" name="Image 14">
            <a:extLst>
              <a:ext uri="{FF2B5EF4-FFF2-40B4-BE49-F238E27FC236}">
                <a16:creationId xmlns="" xmlns:a16="http://schemas.microsoft.com/office/drawing/2014/main" id="{ECA08ACC-8C03-4147-9F81-B1F01873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2" y="3356595"/>
            <a:ext cx="7595420" cy="1152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Flèche : courbe vers la droite 16">
            <a:extLst>
              <a:ext uri="{FF2B5EF4-FFF2-40B4-BE49-F238E27FC236}">
                <a16:creationId xmlns="" xmlns:a16="http://schemas.microsoft.com/office/drawing/2014/main" id="{B46EE512-01B0-4571-AB63-E386D11FC5C5}"/>
              </a:ext>
            </a:extLst>
          </p:cNvPr>
          <p:cNvSpPr/>
          <p:nvPr/>
        </p:nvSpPr>
        <p:spPr>
          <a:xfrm>
            <a:off x="1234750" y="4210685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3" name="Image 18">
            <a:extLst>
              <a:ext uri="{FF2B5EF4-FFF2-40B4-BE49-F238E27FC236}">
                <a16:creationId xmlns="" xmlns:a16="http://schemas.microsoft.com/office/drawing/2014/main" id="{3CA582C6-D795-4C25-AD71-55C329944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297" y="5699005"/>
            <a:ext cx="7079226" cy="566842"/>
          </a:xfrm>
          <a:prstGeom prst="rect">
            <a:avLst/>
          </a:prstGeom>
        </p:spPr>
      </p:pic>
      <p:sp>
        <p:nvSpPr>
          <p:cNvPr id="14" name="Rectangle : avec coins arrondis en diagonale 19">
            <a:extLst>
              <a:ext uri="{FF2B5EF4-FFF2-40B4-BE49-F238E27FC236}">
                <a16:creationId xmlns="" xmlns:a16="http://schemas.microsoft.com/office/drawing/2014/main" id="{63ECF230-AE47-48B0-82A4-D2ACDBA8B00D}"/>
              </a:ext>
            </a:extLst>
          </p:cNvPr>
          <p:cNvSpPr/>
          <p:nvPr/>
        </p:nvSpPr>
        <p:spPr>
          <a:xfrm>
            <a:off x="949129" y="4660679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pic>
        <p:nvPicPr>
          <p:cNvPr id="15" name="Image 20">
            <a:extLst>
              <a:ext uri="{FF2B5EF4-FFF2-40B4-BE49-F238E27FC236}">
                <a16:creationId xmlns="" xmlns:a16="http://schemas.microsoft.com/office/drawing/2014/main" id="{93BA315D-8AD4-4FFC-9BC6-8169EA468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406" y="1676881"/>
            <a:ext cx="1315688" cy="621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angle : avec coins arrondis en diagonale 21">
            <a:extLst>
              <a:ext uri="{FF2B5EF4-FFF2-40B4-BE49-F238E27FC236}">
                <a16:creationId xmlns="" xmlns:a16="http://schemas.microsoft.com/office/drawing/2014/main" id="{0A9D26E0-DA19-4A64-91B1-8B75775F6786}"/>
              </a:ext>
            </a:extLst>
          </p:cNvPr>
          <p:cNvSpPr/>
          <p:nvPr/>
        </p:nvSpPr>
        <p:spPr>
          <a:xfrm>
            <a:off x="2190705" y="1538288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bank.h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fr-FR"/>
          </a:p>
        </p:txBody>
      </p:sp>
      <p:pic>
        <p:nvPicPr>
          <p:cNvPr id="7" name="Image 9">
            <a:extLst>
              <a:ext uri="{FF2B5EF4-FFF2-40B4-BE49-F238E27FC236}">
                <a16:creationId xmlns="" xmlns:a16="http://schemas.microsoft.com/office/drawing/2014/main" id="{307680F2-D5B5-4E63-B27A-D03C6523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23" y="1513528"/>
            <a:ext cx="3054641" cy="33532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Bulle narrative : rectangle à coins arrondis 21">
            <a:extLst>
              <a:ext uri="{FF2B5EF4-FFF2-40B4-BE49-F238E27FC236}">
                <a16:creationId xmlns="" xmlns:a16="http://schemas.microsoft.com/office/drawing/2014/main" id="{0172BDD9-D3BC-42DD-BC5F-50FEC869A83B}"/>
              </a:ext>
            </a:extLst>
          </p:cNvPr>
          <p:cNvSpPr/>
          <p:nvPr/>
        </p:nvSpPr>
        <p:spPr>
          <a:xfrm>
            <a:off x="2308943" y="1891466"/>
            <a:ext cx="2421557" cy="544032"/>
          </a:xfrm>
          <a:custGeom>
            <a:avLst/>
            <a:gdLst>
              <a:gd name="connsiteX0" fmla="*/ 0 w 2421557"/>
              <a:gd name="connsiteY0" fmla="*/ 90350 h 542091"/>
              <a:gd name="connsiteX1" fmla="*/ 90350 w 2421557"/>
              <a:gd name="connsiteY1" fmla="*/ 0 h 542091"/>
              <a:gd name="connsiteX2" fmla="*/ 403593 w 2421557"/>
              <a:gd name="connsiteY2" fmla="*/ 0 h 542091"/>
              <a:gd name="connsiteX3" fmla="*/ 403593 w 2421557"/>
              <a:gd name="connsiteY3" fmla="*/ 0 h 542091"/>
              <a:gd name="connsiteX4" fmla="*/ 1008982 w 2421557"/>
              <a:gd name="connsiteY4" fmla="*/ 0 h 542091"/>
              <a:gd name="connsiteX5" fmla="*/ 2331207 w 2421557"/>
              <a:gd name="connsiteY5" fmla="*/ 0 h 542091"/>
              <a:gd name="connsiteX6" fmla="*/ 2421557 w 2421557"/>
              <a:gd name="connsiteY6" fmla="*/ 90350 h 542091"/>
              <a:gd name="connsiteX7" fmla="*/ 2421557 w 2421557"/>
              <a:gd name="connsiteY7" fmla="*/ 316220 h 542091"/>
              <a:gd name="connsiteX8" fmla="*/ 2421557 w 2421557"/>
              <a:gd name="connsiteY8" fmla="*/ 316220 h 542091"/>
              <a:gd name="connsiteX9" fmla="*/ 2421557 w 2421557"/>
              <a:gd name="connsiteY9" fmla="*/ 451743 h 542091"/>
              <a:gd name="connsiteX10" fmla="*/ 2421557 w 2421557"/>
              <a:gd name="connsiteY10" fmla="*/ 451741 h 542091"/>
              <a:gd name="connsiteX11" fmla="*/ 2331207 w 2421557"/>
              <a:gd name="connsiteY11" fmla="*/ 542091 h 542091"/>
              <a:gd name="connsiteX12" fmla="*/ 1008982 w 2421557"/>
              <a:gd name="connsiteY12" fmla="*/ 542091 h 542091"/>
              <a:gd name="connsiteX13" fmla="*/ -915252 w 2421557"/>
              <a:gd name="connsiteY13" fmla="*/ 2901152 h 542091"/>
              <a:gd name="connsiteX14" fmla="*/ 403593 w 2421557"/>
              <a:gd name="connsiteY14" fmla="*/ 542091 h 542091"/>
              <a:gd name="connsiteX15" fmla="*/ 90350 w 2421557"/>
              <a:gd name="connsiteY15" fmla="*/ 542091 h 542091"/>
              <a:gd name="connsiteX16" fmla="*/ 0 w 2421557"/>
              <a:gd name="connsiteY16" fmla="*/ 451741 h 542091"/>
              <a:gd name="connsiteX17" fmla="*/ 0 w 2421557"/>
              <a:gd name="connsiteY17" fmla="*/ 451743 h 542091"/>
              <a:gd name="connsiteX18" fmla="*/ 0 w 2421557"/>
              <a:gd name="connsiteY18" fmla="*/ 316220 h 542091"/>
              <a:gd name="connsiteX19" fmla="*/ 0 w 2421557"/>
              <a:gd name="connsiteY19" fmla="*/ 316220 h 542091"/>
              <a:gd name="connsiteX20" fmla="*/ 0 w 2421557"/>
              <a:gd name="connsiteY20" fmla="*/ 90350 h 542091"/>
              <a:gd name="connsiteX0" fmla="*/ 0 w 2421557"/>
              <a:gd name="connsiteY0" fmla="*/ 90350 h 544032"/>
              <a:gd name="connsiteX1" fmla="*/ 90350 w 2421557"/>
              <a:gd name="connsiteY1" fmla="*/ 0 h 544032"/>
              <a:gd name="connsiteX2" fmla="*/ 403593 w 2421557"/>
              <a:gd name="connsiteY2" fmla="*/ 0 h 544032"/>
              <a:gd name="connsiteX3" fmla="*/ 403593 w 2421557"/>
              <a:gd name="connsiteY3" fmla="*/ 0 h 544032"/>
              <a:gd name="connsiteX4" fmla="*/ 1008982 w 2421557"/>
              <a:gd name="connsiteY4" fmla="*/ 0 h 544032"/>
              <a:gd name="connsiteX5" fmla="*/ 2331207 w 2421557"/>
              <a:gd name="connsiteY5" fmla="*/ 0 h 544032"/>
              <a:gd name="connsiteX6" fmla="*/ 2421557 w 2421557"/>
              <a:gd name="connsiteY6" fmla="*/ 90350 h 544032"/>
              <a:gd name="connsiteX7" fmla="*/ 2421557 w 2421557"/>
              <a:gd name="connsiteY7" fmla="*/ 316220 h 544032"/>
              <a:gd name="connsiteX8" fmla="*/ 2421557 w 2421557"/>
              <a:gd name="connsiteY8" fmla="*/ 316220 h 544032"/>
              <a:gd name="connsiteX9" fmla="*/ 2421557 w 2421557"/>
              <a:gd name="connsiteY9" fmla="*/ 451743 h 544032"/>
              <a:gd name="connsiteX10" fmla="*/ 2421557 w 2421557"/>
              <a:gd name="connsiteY10" fmla="*/ 451741 h 544032"/>
              <a:gd name="connsiteX11" fmla="*/ 2331207 w 2421557"/>
              <a:gd name="connsiteY11" fmla="*/ 542091 h 544032"/>
              <a:gd name="connsiteX12" fmla="*/ 1008982 w 2421557"/>
              <a:gd name="connsiteY12" fmla="*/ 542091 h 544032"/>
              <a:gd name="connsiteX13" fmla="*/ 1289468 w 2421557"/>
              <a:gd name="connsiteY13" fmla="*/ 544032 h 544032"/>
              <a:gd name="connsiteX14" fmla="*/ 403593 w 2421557"/>
              <a:gd name="connsiteY14" fmla="*/ 542091 h 544032"/>
              <a:gd name="connsiteX15" fmla="*/ 90350 w 2421557"/>
              <a:gd name="connsiteY15" fmla="*/ 542091 h 544032"/>
              <a:gd name="connsiteX16" fmla="*/ 0 w 2421557"/>
              <a:gd name="connsiteY16" fmla="*/ 451741 h 544032"/>
              <a:gd name="connsiteX17" fmla="*/ 0 w 2421557"/>
              <a:gd name="connsiteY17" fmla="*/ 451743 h 544032"/>
              <a:gd name="connsiteX18" fmla="*/ 0 w 2421557"/>
              <a:gd name="connsiteY18" fmla="*/ 316220 h 544032"/>
              <a:gd name="connsiteX19" fmla="*/ 0 w 2421557"/>
              <a:gd name="connsiteY19" fmla="*/ 316220 h 544032"/>
              <a:gd name="connsiteX20" fmla="*/ 0 w 2421557"/>
              <a:gd name="connsiteY20" fmla="*/ 90350 h 54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21557" h="544032">
                <a:moveTo>
                  <a:pt x="0" y="90350"/>
                </a:moveTo>
                <a:cubicBezTo>
                  <a:pt x="0" y="40451"/>
                  <a:pt x="40451" y="0"/>
                  <a:pt x="90350" y="0"/>
                </a:cubicBezTo>
                <a:lnTo>
                  <a:pt x="403593" y="0"/>
                </a:lnTo>
                <a:lnTo>
                  <a:pt x="403593" y="0"/>
                </a:lnTo>
                <a:lnTo>
                  <a:pt x="1008982" y="0"/>
                </a:lnTo>
                <a:lnTo>
                  <a:pt x="2331207" y="0"/>
                </a:lnTo>
                <a:cubicBezTo>
                  <a:pt x="2381106" y="0"/>
                  <a:pt x="2421557" y="40451"/>
                  <a:pt x="2421557" y="90350"/>
                </a:cubicBezTo>
                <a:lnTo>
                  <a:pt x="2421557" y="316220"/>
                </a:lnTo>
                <a:lnTo>
                  <a:pt x="2421557" y="316220"/>
                </a:lnTo>
                <a:lnTo>
                  <a:pt x="2421557" y="451743"/>
                </a:lnTo>
                <a:lnTo>
                  <a:pt x="2421557" y="451741"/>
                </a:lnTo>
                <a:cubicBezTo>
                  <a:pt x="2421557" y="501640"/>
                  <a:pt x="2381106" y="542091"/>
                  <a:pt x="2331207" y="542091"/>
                </a:cubicBezTo>
                <a:lnTo>
                  <a:pt x="1008982" y="542091"/>
                </a:lnTo>
                <a:lnTo>
                  <a:pt x="1289468" y="544032"/>
                </a:lnTo>
                <a:lnTo>
                  <a:pt x="403593" y="542091"/>
                </a:lnTo>
                <a:lnTo>
                  <a:pt x="90350" y="542091"/>
                </a:lnTo>
                <a:cubicBezTo>
                  <a:pt x="40451" y="542091"/>
                  <a:pt x="0" y="501640"/>
                  <a:pt x="0" y="451741"/>
                </a:cubicBezTo>
                <a:lnTo>
                  <a:pt x="0" y="451743"/>
                </a:lnTo>
                <a:lnTo>
                  <a:pt x="0" y="316220"/>
                </a:lnTo>
                <a:lnTo>
                  <a:pt x="0" y="316220"/>
                </a:lnTo>
                <a:lnTo>
                  <a:pt x="0" y="90350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 to the </a:t>
            </a:r>
            <a:r>
              <a:rPr lang="en-US" b="1" dirty="0" smtClean="0">
                <a:solidFill>
                  <a:srgbClr val="FF0000"/>
                </a:solidFill>
              </a:rPr>
              <a:t>destructor</a:t>
            </a:r>
            <a:r>
              <a:rPr lang="en-US" dirty="0" smtClean="0"/>
              <a:t> of the Bank class</a:t>
            </a:r>
            <a:endParaRPr lang="fr-FR" dirty="0"/>
          </a:p>
        </p:txBody>
      </p:sp>
      <p:sp>
        <p:nvSpPr>
          <p:cNvPr id="9" name="Rectangle : avec coins arrondis en diagonale 23">
            <a:extLst>
              <a:ext uri="{FF2B5EF4-FFF2-40B4-BE49-F238E27FC236}">
                <a16:creationId xmlns="" xmlns:a16="http://schemas.microsoft.com/office/drawing/2014/main" id="{373997D1-6DB8-4429-9CA0-DD07DC0C7589}"/>
              </a:ext>
            </a:extLst>
          </p:cNvPr>
          <p:cNvSpPr/>
          <p:nvPr/>
        </p:nvSpPr>
        <p:spPr>
          <a:xfrm>
            <a:off x="5086719" y="3385736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4E474E5-59C4-455D-812C-619B481A7D91}"/>
              </a:ext>
            </a:extLst>
          </p:cNvPr>
          <p:cNvSpPr/>
          <p:nvPr/>
        </p:nvSpPr>
        <p:spPr>
          <a:xfrm>
            <a:off x="5858593" y="3505971"/>
            <a:ext cx="3950022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24">
            <a:extLst>
              <a:ext uri="{FF2B5EF4-FFF2-40B4-BE49-F238E27FC236}">
                <a16:creationId xmlns="" xmlns:a16="http://schemas.microsoft.com/office/drawing/2014/main" id="{3312FE2D-1AA9-45E2-AD4D-8DB5101A0842}"/>
              </a:ext>
            </a:extLst>
          </p:cNvPr>
          <p:cNvSpPr txBox="1"/>
          <p:nvPr/>
        </p:nvSpPr>
        <p:spPr>
          <a:xfrm>
            <a:off x="6094831" y="380762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12" name="ZoneTexte 25">
            <a:extLst>
              <a:ext uri="{FF2B5EF4-FFF2-40B4-BE49-F238E27FC236}">
                <a16:creationId xmlns="" xmlns:a16="http://schemas.microsoft.com/office/drawing/2014/main" id="{252A4816-7AB0-4342-8797-3F533966EA1C}"/>
              </a:ext>
            </a:extLst>
          </p:cNvPr>
          <p:cNvSpPr txBox="1"/>
          <p:nvPr/>
        </p:nvSpPr>
        <p:spPr>
          <a:xfrm>
            <a:off x="6094831" y="408636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</a:t>
            </a:r>
            <a:r>
              <a:rPr lang="fr-FR" dirty="0"/>
              <a:t>: «  »</a:t>
            </a:r>
          </a:p>
        </p:txBody>
      </p:sp>
      <p:sp>
        <p:nvSpPr>
          <p:cNvPr id="13" name="ZoneTexte 26">
            <a:extLst>
              <a:ext uri="{FF2B5EF4-FFF2-40B4-BE49-F238E27FC236}">
                <a16:creationId xmlns="" xmlns:a16="http://schemas.microsoft.com/office/drawing/2014/main" id="{79827CB2-1387-45B1-B33B-92BC9DA45826}"/>
              </a:ext>
            </a:extLst>
          </p:cNvPr>
          <p:cNvSpPr txBox="1"/>
          <p:nvPr/>
        </p:nvSpPr>
        <p:spPr>
          <a:xfrm>
            <a:off x="6094831" y="444640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B88E97A-216E-4F38-BBAC-FB5A671D7E6C}"/>
              </a:ext>
            </a:extLst>
          </p:cNvPr>
          <p:cNvSpPr/>
          <p:nvPr/>
        </p:nvSpPr>
        <p:spPr>
          <a:xfrm>
            <a:off x="6748862" y="4478601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4E3C3AD-E1C9-434F-80C1-F459042F9018}"/>
              </a:ext>
            </a:extLst>
          </p:cNvPr>
          <p:cNvSpPr/>
          <p:nvPr/>
        </p:nvSpPr>
        <p:spPr>
          <a:xfrm>
            <a:off x="7662461" y="4478601"/>
            <a:ext cx="1044863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F9B076AE-0D06-4ADE-B892-0DE56FFE2371}"/>
              </a:ext>
            </a:extLst>
          </p:cNvPr>
          <p:cNvSpPr/>
          <p:nvPr/>
        </p:nvSpPr>
        <p:spPr>
          <a:xfrm>
            <a:off x="8708281" y="4478601"/>
            <a:ext cx="935146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7" name="Connecteur droit avec flèche 31">
            <a:extLst>
              <a:ext uri="{FF2B5EF4-FFF2-40B4-BE49-F238E27FC236}">
                <a16:creationId xmlns="" xmlns:a16="http://schemas.microsoft.com/office/drawing/2014/main" id="{35EAE879-0246-4988-AB04-A74947C394FD}"/>
              </a:ext>
            </a:extLst>
          </p:cNvPr>
          <p:cNvCxnSpPr>
            <a:cxnSpLocks/>
          </p:cNvCxnSpPr>
          <p:nvPr/>
        </p:nvCxnSpPr>
        <p:spPr>
          <a:xfrm>
            <a:off x="6886919" y="4897904"/>
            <a:ext cx="0" cy="5519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33">
            <a:extLst>
              <a:ext uri="{FF2B5EF4-FFF2-40B4-BE49-F238E27FC236}">
                <a16:creationId xmlns="" xmlns:a16="http://schemas.microsoft.com/office/drawing/2014/main" id="{E8C1BB15-EDE3-4314-98C0-1EAFF0AE1EBE}"/>
              </a:ext>
            </a:extLst>
          </p:cNvPr>
          <p:cNvCxnSpPr>
            <a:cxnSpLocks/>
          </p:cNvCxnSpPr>
          <p:nvPr/>
        </p:nvCxnSpPr>
        <p:spPr>
          <a:xfrm>
            <a:off x="7823023" y="4887741"/>
            <a:ext cx="0" cy="5612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34">
            <a:extLst>
              <a:ext uri="{FF2B5EF4-FFF2-40B4-BE49-F238E27FC236}">
                <a16:creationId xmlns="" xmlns:a16="http://schemas.microsoft.com/office/drawing/2014/main" id="{BFD60EE9-2FBC-4620-ABBB-24040AE6F7CC}"/>
              </a:ext>
            </a:extLst>
          </p:cNvPr>
          <p:cNvCxnSpPr>
            <a:cxnSpLocks/>
          </p:cNvCxnSpPr>
          <p:nvPr/>
        </p:nvCxnSpPr>
        <p:spPr>
          <a:xfrm>
            <a:off x="8759127" y="4887741"/>
            <a:ext cx="0" cy="5612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35">
            <a:extLst>
              <a:ext uri="{FF2B5EF4-FFF2-40B4-BE49-F238E27FC236}">
                <a16:creationId xmlns="" xmlns:a16="http://schemas.microsoft.com/office/drawing/2014/main" id="{D3505172-3087-4653-B4BB-F835F34954F6}"/>
              </a:ext>
            </a:extLst>
          </p:cNvPr>
          <p:cNvSpPr txBox="1"/>
          <p:nvPr/>
        </p:nvSpPr>
        <p:spPr>
          <a:xfrm>
            <a:off x="6022823" y="5448998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1" name="ZoneTexte 36">
            <a:extLst>
              <a:ext uri="{FF2B5EF4-FFF2-40B4-BE49-F238E27FC236}">
                <a16:creationId xmlns="" xmlns:a16="http://schemas.microsoft.com/office/drawing/2014/main" id="{F64CF6AC-6331-4E5C-9681-77271DDCE2EC}"/>
              </a:ext>
            </a:extLst>
          </p:cNvPr>
          <p:cNvSpPr txBox="1"/>
          <p:nvPr/>
        </p:nvSpPr>
        <p:spPr>
          <a:xfrm>
            <a:off x="7171007" y="5441161"/>
            <a:ext cx="126945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2" name="ZoneTexte 37">
            <a:extLst>
              <a:ext uri="{FF2B5EF4-FFF2-40B4-BE49-F238E27FC236}">
                <a16:creationId xmlns="" xmlns:a16="http://schemas.microsoft.com/office/drawing/2014/main" id="{1CC8C5E4-CB2A-43E6-9482-16C328245FBC}"/>
              </a:ext>
            </a:extLst>
          </p:cNvPr>
          <p:cNvSpPr txBox="1"/>
          <p:nvPr/>
        </p:nvSpPr>
        <p:spPr>
          <a:xfrm>
            <a:off x="8512471" y="5456345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3" name="Flèche : droite 3">
            <a:extLst>
              <a:ext uri="{FF2B5EF4-FFF2-40B4-BE49-F238E27FC236}">
                <a16:creationId xmlns="" xmlns:a16="http://schemas.microsoft.com/office/drawing/2014/main" id="{F35D5F16-E9BC-40B9-95A3-CB8E076C0524}"/>
              </a:ext>
            </a:extLst>
          </p:cNvPr>
          <p:cNvSpPr/>
          <p:nvPr/>
        </p:nvSpPr>
        <p:spPr>
          <a:xfrm>
            <a:off x="4937451" y="1891466"/>
            <a:ext cx="648072" cy="5040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30">
            <a:extLst>
              <a:ext uri="{FF2B5EF4-FFF2-40B4-BE49-F238E27FC236}">
                <a16:creationId xmlns="" xmlns:a16="http://schemas.microsoft.com/office/drawing/2014/main" id="{C0DF387A-30BF-4B8B-94A8-B69D9D87D84C}"/>
              </a:ext>
            </a:extLst>
          </p:cNvPr>
          <p:cNvSpPr txBox="1"/>
          <p:nvPr/>
        </p:nvSpPr>
        <p:spPr>
          <a:xfrm>
            <a:off x="5632151" y="1404352"/>
            <a:ext cx="42119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>
                <a:solidFill>
                  <a:srgbClr val="FF0000"/>
                </a:solidFill>
              </a:rPr>
              <a:t>String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 smtClean="0">
                <a:solidFill>
                  <a:srgbClr val="FF0000"/>
                </a:solidFill>
              </a:rPr>
              <a:t>String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 err="1" smtClean="0">
                <a:solidFill>
                  <a:srgbClr val="FF0000"/>
                </a:solidFill>
              </a:rPr>
              <a:t>Vector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="" xmlns:a16="http://schemas.microsoft.com/office/drawing/2014/main" id="{49D04385-8969-4A68-91C4-33F7573184B1}"/>
              </a:ext>
            </a:extLst>
          </p:cNvPr>
          <p:cNvSpPr txBox="1"/>
          <p:nvPr/>
        </p:nvSpPr>
        <p:spPr>
          <a:xfrm>
            <a:off x="1910747" y="696416"/>
            <a:ext cx="7033772" cy="6010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endParaRPr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cxnSp>
        <p:nvCxnSpPr>
          <p:cNvPr id="26" name="Connecteur droit avec flèche 39">
            <a:extLst>
              <a:ext uri="{FF2B5EF4-FFF2-40B4-BE49-F238E27FC236}">
                <a16:creationId xmlns="" xmlns:a16="http://schemas.microsoft.com/office/drawing/2014/main" id="{773D160A-E6A5-466D-8108-55311FF18DCD}"/>
              </a:ext>
            </a:extLst>
          </p:cNvPr>
          <p:cNvCxnSpPr>
            <a:cxnSpLocks/>
          </p:cNvCxnSpPr>
          <p:nvPr/>
        </p:nvCxnSpPr>
        <p:spPr>
          <a:xfrm flipH="1" flipV="1">
            <a:off x="1178546" y="4704048"/>
            <a:ext cx="2735520" cy="1513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40">
            <a:extLst>
              <a:ext uri="{FF2B5EF4-FFF2-40B4-BE49-F238E27FC236}">
                <a16:creationId xmlns="" xmlns:a16="http://schemas.microsoft.com/office/drawing/2014/main" id="{4CFA396F-1085-4675-BC37-E47BDA9419F8}"/>
              </a:ext>
            </a:extLst>
          </p:cNvPr>
          <p:cNvCxnSpPr>
            <a:cxnSpLocks/>
          </p:cNvCxnSpPr>
          <p:nvPr/>
        </p:nvCxnSpPr>
        <p:spPr>
          <a:xfrm>
            <a:off x="3903959" y="2500445"/>
            <a:ext cx="0" cy="218143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41">
            <a:extLst>
              <a:ext uri="{FF2B5EF4-FFF2-40B4-BE49-F238E27FC236}">
                <a16:creationId xmlns="" xmlns:a16="http://schemas.microsoft.com/office/drawing/2014/main" id="{A92F284C-CB5C-4009-8332-B2AA792800AC}"/>
              </a:ext>
            </a:extLst>
          </p:cNvPr>
          <p:cNvSpPr/>
          <p:nvPr/>
        </p:nvSpPr>
        <p:spPr>
          <a:xfrm>
            <a:off x="5704159" y="5185936"/>
            <a:ext cx="4392488" cy="12738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Bulle narrative : ronde 7">
            <a:extLst>
              <a:ext uri="{FF2B5EF4-FFF2-40B4-BE49-F238E27FC236}">
                <a16:creationId xmlns="" xmlns:a16="http://schemas.microsoft.com/office/drawing/2014/main" id="{D9E0D03C-8F49-4027-8389-91D3A62C40FB}"/>
              </a:ext>
            </a:extLst>
          </p:cNvPr>
          <p:cNvSpPr/>
          <p:nvPr/>
        </p:nvSpPr>
        <p:spPr>
          <a:xfrm>
            <a:off x="5784837" y="3197267"/>
            <a:ext cx="4441696" cy="1124744"/>
          </a:xfrm>
          <a:prstGeom prst="wedgeEllipseCallout">
            <a:avLst>
              <a:gd name="adj1" fmla="val 1898"/>
              <a:gd name="adj2" fmla="val 1214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This memory space will </a:t>
            </a:r>
            <a:r>
              <a:rPr lang="en-US" sz="2400" dirty="0" smtClean="0">
                <a:solidFill>
                  <a:srgbClr val="FF0000"/>
                </a:solidFill>
              </a:rPr>
              <a:t>not be released</a:t>
            </a:r>
            <a:r>
              <a:rPr lang="fr-FR" sz="2400" b="1" dirty="0" smtClean="0">
                <a:solidFill>
                  <a:srgbClr val="FF0000"/>
                </a:solidFill>
              </a:rPr>
              <a:t>!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="" xmlns:a16="http://schemas.microsoft.com/office/drawing/2014/main" id="{9B288FDA-BF0A-4E38-ACD6-A54C7E28D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5200103" y="3961800"/>
            <a:ext cx="1185725" cy="11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 : carré corné 12">
            <a:extLst>
              <a:ext uri="{FF2B5EF4-FFF2-40B4-BE49-F238E27FC236}">
                <a16:creationId xmlns="" xmlns:a16="http://schemas.microsoft.com/office/drawing/2014/main" id="{053C788F-1C10-4CEE-B2A1-AB6911BD1E30}"/>
              </a:ext>
            </a:extLst>
          </p:cNvPr>
          <p:cNvSpPr/>
          <p:nvPr/>
        </p:nvSpPr>
        <p:spPr>
          <a:xfrm>
            <a:off x="2247775" y="5410667"/>
            <a:ext cx="3359743" cy="711373"/>
          </a:xfrm>
          <a:prstGeom prst="foldedCorner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Free</a:t>
            </a:r>
            <a:r>
              <a:rPr lang="en-US" b="1" dirty="0" smtClean="0">
                <a:solidFill>
                  <a:schemeClr val="tx1"/>
                </a:solidFill>
              </a:rPr>
              <a:t> this space in the </a:t>
            </a:r>
            <a:r>
              <a:rPr lang="en-US" b="1" dirty="0" smtClean="0">
                <a:solidFill>
                  <a:srgbClr val="FF0000"/>
                </a:solidFill>
              </a:rPr>
              <a:t>destructor</a:t>
            </a:r>
            <a:r>
              <a:rPr lang="en-US" b="1" dirty="0" smtClean="0">
                <a:solidFill>
                  <a:schemeClr val="tx1"/>
                </a:solidFill>
              </a:rPr>
              <a:t> of the Bank class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32" name="Picture 4">
            <a:extLst>
              <a:ext uri="{FF2B5EF4-FFF2-40B4-BE49-F238E27FC236}">
                <a16:creationId xmlns="" xmlns:a16="http://schemas.microsoft.com/office/drawing/2014/main" id="{173A8230-ECB4-460D-AF1B-7D3DF0E0C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1631" y="5168999"/>
            <a:ext cx="1447979" cy="113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decel="100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decel="100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3" grpId="0"/>
      <p:bldP spid="14" grpId="0" animBg="1"/>
      <p:bldP spid="15" grpId="0" animBg="1"/>
      <p:bldP spid="16" grpId="0" animBg="1"/>
      <p:bldP spid="23" grpId="0" animBg="1"/>
      <p:bldP spid="28" grpId="0" animBg="1"/>
      <p:bldP spid="29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fr-FR"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756433" y="3405213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b="1" dirty="0">
              <a:latin typeface="Calibri Light"/>
              <a:cs typeface="Calibri Light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B2ABE1BE-1EA1-45C4-91B8-E3AE0623A8C0}"/>
              </a:ext>
            </a:extLst>
          </p:cNvPr>
          <p:cNvSpPr txBox="1"/>
          <p:nvPr/>
        </p:nvSpPr>
        <p:spPr>
          <a:xfrm>
            <a:off x="731901" y="4156472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lang="fr-FR" b="1" dirty="0">
              <a:latin typeface="Calibri Light"/>
              <a:cs typeface="Calibri Light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692537" y="692696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10" name="Rectangle : avec coins arrondis en diagonale 13">
            <a:extLst>
              <a:ext uri="{FF2B5EF4-FFF2-40B4-BE49-F238E27FC236}">
                <a16:creationId xmlns="" xmlns:a16="http://schemas.microsoft.com/office/drawing/2014/main" id="{F62F04BD-5DFA-4F27-B8E7-6ABE3B7DFDF3}"/>
              </a:ext>
            </a:extLst>
          </p:cNvPr>
          <p:cNvSpPr/>
          <p:nvPr/>
        </p:nvSpPr>
        <p:spPr>
          <a:xfrm>
            <a:off x="1188481" y="2030320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pic>
        <p:nvPicPr>
          <p:cNvPr id="11" name="Image 14">
            <a:extLst>
              <a:ext uri="{FF2B5EF4-FFF2-40B4-BE49-F238E27FC236}">
                <a16:creationId xmlns="" xmlns:a16="http://schemas.microsoft.com/office/drawing/2014/main" id="{ECA08ACC-8C03-4147-9F81-B1F01873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1" y="2563677"/>
            <a:ext cx="7403691" cy="1152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 15">
            <a:extLst>
              <a:ext uri="{FF2B5EF4-FFF2-40B4-BE49-F238E27FC236}">
                <a16:creationId xmlns="" xmlns:a16="http://schemas.microsoft.com/office/drawing/2014/main" id="{1AC5D91C-CECC-4485-AFD5-4371023DE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524" y="3719875"/>
            <a:ext cx="6488834" cy="3138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Flèche : courbe vers la droite 16">
            <a:extLst>
              <a:ext uri="{FF2B5EF4-FFF2-40B4-BE49-F238E27FC236}">
                <a16:creationId xmlns="" xmlns:a16="http://schemas.microsoft.com/office/drawing/2014/main" id="{B46EE512-01B0-4571-AB63-E386D11FC5C5}"/>
              </a:ext>
            </a:extLst>
          </p:cNvPr>
          <p:cNvSpPr/>
          <p:nvPr/>
        </p:nvSpPr>
        <p:spPr>
          <a:xfrm>
            <a:off x="1213013" y="3573016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1EC10BF-AA6D-4ACD-AE39-09FE61E407CB}"/>
              </a:ext>
            </a:extLst>
          </p:cNvPr>
          <p:cNvSpPr/>
          <p:nvPr/>
        </p:nvSpPr>
        <p:spPr>
          <a:xfrm>
            <a:off x="2463178" y="5537807"/>
            <a:ext cx="4680520" cy="10081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5" name="Image 11">
            <a:extLst>
              <a:ext uri="{FF2B5EF4-FFF2-40B4-BE49-F238E27FC236}">
                <a16:creationId xmlns="" xmlns:a16="http://schemas.microsoft.com/office/drawing/2014/main" id="{F5891A8B-0A32-4315-AC93-188658987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261" y="1382557"/>
            <a:ext cx="1315688" cy="621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angle : avec coins arrondis en diagonale 12">
            <a:extLst>
              <a:ext uri="{FF2B5EF4-FFF2-40B4-BE49-F238E27FC236}">
                <a16:creationId xmlns="" xmlns:a16="http://schemas.microsoft.com/office/drawing/2014/main" id="{6725C313-C259-409D-8A8C-683DFFE51771}"/>
              </a:ext>
            </a:extLst>
          </p:cNvPr>
          <p:cNvSpPr/>
          <p:nvPr/>
        </p:nvSpPr>
        <p:spPr>
          <a:xfrm>
            <a:off x="3399323" y="1433935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bank.h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fr-FR"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594201" y="3405213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b="1" dirty="0">
              <a:latin typeface="Calibri Light"/>
              <a:cs typeface="Calibri Light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B2ABE1BE-1EA1-45C4-91B8-E3AE0623A8C0}"/>
              </a:ext>
            </a:extLst>
          </p:cNvPr>
          <p:cNvSpPr txBox="1"/>
          <p:nvPr/>
        </p:nvSpPr>
        <p:spPr>
          <a:xfrm>
            <a:off x="569669" y="4156472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/>
            <a:endParaRPr lang="fr-FR" b="1" dirty="0">
              <a:latin typeface="Calibri Light"/>
              <a:cs typeface="Calibri Light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="" xmlns:a16="http://schemas.microsoft.com/office/drawing/2014/main" id="{8EF3D8F4-BF7F-4434-8CDF-275CEDAB7782}"/>
              </a:ext>
            </a:extLst>
          </p:cNvPr>
          <p:cNvSpPr txBox="1"/>
          <p:nvPr/>
        </p:nvSpPr>
        <p:spPr>
          <a:xfrm>
            <a:off x="1530305" y="692696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10" name="Rectangle : avec coins arrondis en diagonale 13">
            <a:extLst>
              <a:ext uri="{FF2B5EF4-FFF2-40B4-BE49-F238E27FC236}">
                <a16:creationId xmlns="" xmlns:a16="http://schemas.microsoft.com/office/drawing/2014/main" id="{F62F04BD-5DFA-4F27-B8E7-6ABE3B7DFDF3}"/>
              </a:ext>
            </a:extLst>
          </p:cNvPr>
          <p:cNvSpPr/>
          <p:nvPr/>
        </p:nvSpPr>
        <p:spPr>
          <a:xfrm>
            <a:off x="333695" y="1555761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pic>
        <p:nvPicPr>
          <p:cNvPr id="11" name="Image 15">
            <a:extLst>
              <a:ext uri="{FF2B5EF4-FFF2-40B4-BE49-F238E27FC236}">
                <a16:creationId xmlns="" xmlns:a16="http://schemas.microsoft.com/office/drawing/2014/main" id="{1AC5D91C-CECC-4485-AFD5-4371023D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013" y="1283110"/>
            <a:ext cx="7506929" cy="29379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Flèche : courbe vers la droite 16">
            <a:extLst>
              <a:ext uri="{FF2B5EF4-FFF2-40B4-BE49-F238E27FC236}">
                <a16:creationId xmlns="" xmlns:a16="http://schemas.microsoft.com/office/drawing/2014/main" id="{B46EE512-01B0-4571-AB63-E386D11FC5C5}"/>
              </a:ext>
            </a:extLst>
          </p:cNvPr>
          <p:cNvSpPr/>
          <p:nvPr/>
        </p:nvSpPr>
        <p:spPr>
          <a:xfrm>
            <a:off x="594201" y="3068960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1EC10BF-AA6D-4ACD-AE39-09FE61E407CB}"/>
              </a:ext>
            </a:extLst>
          </p:cNvPr>
          <p:cNvSpPr/>
          <p:nvPr/>
        </p:nvSpPr>
        <p:spPr>
          <a:xfrm>
            <a:off x="2622688" y="2898914"/>
            <a:ext cx="4913738" cy="10081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4" name="Image 3">
            <a:extLst>
              <a:ext uri="{FF2B5EF4-FFF2-40B4-BE49-F238E27FC236}">
                <a16:creationId xmlns="" xmlns:a16="http://schemas.microsoft.com/office/drawing/2014/main" id="{C03088BE-EF9F-4646-B451-E90E20013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188" y="4557253"/>
            <a:ext cx="7208328" cy="1570294"/>
          </a:xfrm>
          <a:prstGeom prst="rect">
            <a:avLst/>
          </a:prstGeom>
        </p:spPr>
      </p:pic>
      <p:sp>
        <p:nvSpPr>
          <p:cNvPr id="15" name="Rectangle : avec coins arrondis en diagonale 12">
            <a:extLst>
              <a:ext uri="{FF2B5EF4-FFF2-40B4-BE49-F238E27FC236}">
                <a16:creationId xmlns="" xmlns:a16="http://schemas.microsoft.com/office/drawing/2014/main" id="{CFEF5F5A-E0A3-413D-85E0-119AC15A2A7E}"/>
              </a:ext>
            </a:extLst>
          </p:cNvPr>
          <p:cNvSpPr/>
          <p:nvPr/>
        </p:nvSpPr>
        <p:spPr>
          <a:xfrm>
            <a:off x="536175" y="4660679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fr-FR"/>
          </a:p>
        </p:txBody>
      </p:sp>
      <p:pic>
        <p:nvPicPr>
          <p:cNvPr id="7" name="Image 9">
            <a:extLst>
              <a:ext uri="{FF2B5EF4-FFF2-40B4-BE49-F238E27FC236}">
                <a16:creationId xmlns="" xmlns:a16="http://schemas.microsoft.com/office/drawing/2014/main" id="{307680F2-D5B5-4E63-B27A-D03C6523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55" y="1513528"/>
            <a:ext cx="3202125" cy="33532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Bulle narrative : rectangle à coins arrondis 21">
            <a:extLst>
              <a:ext uri="{FF2B5EF4-FFF2-40B4-BE49-F238E27FC236}">
                <a16:creationId xmlns="" xmlns:a16="http://schemas.microsoft.com/office/drawing/2014/main" id="{0172BDD9-D3BC-42DD-BC5F-50FEC869A83B}"/>
              </a:ext>
            </a:extLst>
          </p:cNvPr>
          <p:cNvSpPr/>
          <p:nvPr/>
        </p:nvSpPr>
        <p:spPr>
          <a:xfrm>
            <a:off x="2161459" y="1891466"/>
            <a:ext cx="2421557" cy="544032"/>
          </a:xfrm>
          <a:custGeom>
            <a:avLst/>
            <a:gdLst>
              <a:gd name="connsiteX0" fmla="*/ 0 w 2421557"/>
              <a:gd name="connsiteY0" fmla="*/ 90350 h 542091"/>
              <a:gd name="connsiteX1" fmla="*/ 90350 w 2421557"/>
              <a:gd name="connsiteY1" fmla="*/ 0 h 542091"/>
              <a:gd name="connsiteX2" fmla="*/ 403593 w 2421557"/>
              <a:gd name="connsiteY2" fmla="*/ 0 h 542091"/>
              <a:gd name="connsiteX3" fmla="*/ 403593 w 2421557"/>
              <a:gd name="connsiteY3" fmla="*/ 0 h 542091"/>
              <a:gd name="connsiteX4" fmla="*/ 1008982 w 2421557"/>
              <a:gd name="connsiteY4" fmla="*/ 0 h 542091"/>
              <a:gd name="connsiteX5" fmla="*/ 2331207 w 2421557"/>
              <a:gd name="connsiteY5" fmla="*/ 0 h 542091"/>
              <a:gd name="connsiteX6" fmla="*/ 2421557 w 2421557"/>
              <a:gd name="connsiteY6" fmla="*/ 90350 h 542091"/>
              <a:gd name="connsiteX7" fmla="*/ 2421557 w 2421557"/>
              <a:gd name="connsiteY7" fmla="*/ 316220 h 542091"/>
              <a:gd name="connsiteX8" fmla="*/ 2421557 w 2421557"/>
              <a:gd name="connsiteY8" fmla="*/ 316220 h 542091"/>
              <a:gd name="connsiteX9" fmla="*/ 2421557 w 2421557"/>
              <a:gd name="connsiteY9" fmla="*/ 451743 h 542091"/>
              <a:gd name="connsiteX10" fmla="*/ 2421557 w 2421557"/>
              <a:gd name="connsiteY10" fmla="*/ 451741 h 542091"/>
              <a:gd name="connsiteX11" fmla="*/ 2331207 w 2421557"/>
              <a:gd name="connsiteY11" fmla="*/ 542091 h 542091"/>
              <a:gd name="connsiteX12" fmla="*/ 1008982 w 2421557"/>
              <a:gd name="connsiteY12" fmla="*/ 542091 h 542091"/>
              <a:gd name="connsiteX13" fmla="*/ -915252 w 2421557"/>
              <a:gd name="connsiteY13" fmla="*/ 2901152 h 542091"/>
              <a:gd name="connsiteX14" fmla="*/ 403593 w 2421557"/>
              <a:gd name="connsiteY14" fmla="*/ 542091 h 542091"/>
              <a:gd name="connsiteX15" fmla="*/ 90350 w 2421557"/>
              <a:gd name="connsiteY15" fmla="*/ 542091 h 542091"/>
              <a:gd name="connsiteX16" fmla="*/ 0 w 2421557"/>
              <a:gd name="connsiteY16" fmla="*/ 451741 h 542091"/>
              <a:gd name="connsiteX17" fmla="*/ 0 w 2421557"/>
              <a:gd name="connsiteY17" fmla="*/ 451743 h 542091"/>
              <a:gd name="connsiteX18" fmla="*/ 0 w 2421557"/>
              <a:gd name="connsiteY18" fmla="*/ 316220 h 542091"/>
              <a:gd name="connsiteX19" fmla="*/ 0 w 2421557"/>
              <a:gd name="connsiteY19" fmla="*/ 316220 h 542091"/>
              <a:gd name="connsiteX20" fmla="*/ 0 w 2421557"/>
              <a:gd name="connsiteY20" fmla="*/ 90350 h 542091"/>
              <a:gd name="connsiteX0" fmla="*/ 0 w 2421557"/>
              <a:gd name="connsiteY0" fmla="*/ 90350 h 544032"/>
              <a:gd name="connsiteX1" fmla="*/ 90350 w 2421557"/>
              <a:gd name="connsiteY1" fmla="*/ 0 h 544032"/>
              <a:gd name="connsiteX2" fmla="*/ 403593 w 2421557"/>
              <a:gd name="connsiteY2" fmla="*/ 0 h 544032"/>
              <a:gd name="connsiteX3" fmla="*/ 403593 w 2421557"/>
              <a:gd name="connsiteY3" fmla="*/ 0 h 544032"/>
              <a:gd name="connsiteX4" fmla="*/ 1008982 w 2421557"/>
              <a:gd name="connsiteY4" fmla="*/ 0 h 544032"/>
              <a:gd name="connsiteX5" fmla="*/ 2331207 w 2421557"/>
              <a:gd name="connsiteY5" fmla="*/ 0 h 544032"/>
              <a:gd name="connsiteX6" fmla="*/ 2421557 w 2421557"/>
              <a:gd name="connsiteY6" fmla="*/ 90350 h 544032"/>
              <a:gd name="connsiteX7" fmla="*/ 2421557 w 2421557"/>
              <a:gd name="connsiteY7" fmla="*/ 316220 h 544032"/>
              <a:gd name="connsiteX8" fmla="*/ 2421557 w 2421557"/>
              <a:gd name="connsiteY8" fmla="*/ 316220 h 544032"/>
              <a:gd name="connsiteX9" fmla="*/ 2421557 w 2421557"/>
              <a:gd name="connsiteY9" fmla="*/ 451743 h 544032"/>
              <a:gd name="connsiteX10" fmla="*/ 2421557 w 2421557"/>
              <a:gd name="connsiteY10" fmla="*/ 451741 h 544032"/>
              <a:gd name="connsiteX11" fmla="*/ 2331207 w 2421557"/>
              <a:gd name="connsiteY11" fmla="*/ 542091 h 544032"/>
              <a:gd name="connsiteX12" fmla="*/ 1008982 w 2421557"/>
              <a:gd name="connsiteY12" fmla="*/ 542091 h 544032"/>
              <a:gd name="connsiteX13" fmla="*/ 1289468 w 2421557"/>
              <a:gd name="connsiteY13" fmla="*/ 544032 h 544032"/>
              <a:gd name="connsiteX14" fmla="*/ 403593 w 2421557"/>
              <a:gd name="connsiteY14" fmla="*/ 542091 h 544032"/>
              <a:gd name="connsiteX15" fmla="*/ 90350 w 2421557"/>
              <a:gd name="connsiteY15" fmla="*/ 542091 h 544032"/>
              <a:gd name="connsiteX16" fmla="*/ 0 w 2421557"/>
              <a:gd name="connsiteY16" fmla="*/ 451741 h 544032"/>
              <a:gd name="connsiteX17" fmla="*/ 0 w 2421557"/>
              <a:gd name="connsiteY17" fmla="*/ 451743 h 544032"/>
              <a:gd name="connsiteX18" fmla="*/ 0 w 2421557"/>
              <a:gd name="connsiteY18" fmla="*/ 316220 h 544032"/>
              <a:gd name="connsiteX19" fmla="*/ 0 w 2421557"/>
              <a:gd name="connsiteY19" fmla="*/ 316220 h 544032"/>
              <a:gd name="connsiteX20" fmla="*/ 0 w 2421557"/>
              <a:gd name="connsiteY20" fmla="*/ 90350 h 54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21557" h="544032">
                <a:moveTo>
                  <a:pt x="0" y="90350"/>
                </a:moveTo>
                <a:cubicBezTo>
                  <a:pt x="0" y="40451"/>
                  <a:pt x="40451" y="0"/>
                  <a:pt x="90350" y="0"/>
                </a:cubicBezTo>
                <a:lnTo>
                  <a:pt x="403593" y="0"/>
                </a:lnTo>
                <a:lnTo>
                  <a:pt x="403593" y="0"/>
                </a:lnTo>
                <a:lnTo>
                  <a:pt x="1008982" y="0"/>
                </a:lnTo>
                <a:lnTo>
                  <a:pt x="2331207" y="0"/>
                </a:lnTo>
                <a:cubicBezTo>
                  <a:pt x="2381106" y="0"/>
                  <a:pt x="2421557" y="40451"/>
                  <a:pt x="2421557" y="90350"/>
                </a:cubicBezTo>
                <a:lnTo>
                  <a:pt x="2421557" y="316220"/>
                </a:lnTo>
                <a:lnTo>
                  <a:pt x="2421557" y="316220"/>
                </a:lnTo>
                <a:lnTo>
                  <a:pt x="2421557" y="451743"/>
                </a:lnTo>
                <a:lnTo>
                  <a:pt x="2421557" y="451741"/>
                </a:lnTo>
                <a:cubicBezTo>
                  <a:pt x="2421557" y="501640"/>
                  <a:pt x="2381106" y="542091"/>
                  <a:pt x="2331207" y="542091"/>
                </a:cubicBezTo>
                <a:lnTo>
                  <a:pt x="1008982" y="542091"/>
                </a:lnTo>
                <a:lnTo>
                  <a:pt x="1289468" y="544032"/>
                </a:lnTo>
                <a:lnTo>
                  <a:pt x="403593" y="542091"/>
                </a:lnTo>
                <a:lnTo>
                  <a:pt x="90350" y="542091"/>
                </a:lnTo>
                <a:cubicBezTo>
                  <a:pt x="40451" y="542091"/>
                  <a:pt x="0" y="501640"/>
                  <a:pt x="0" y="451741"/>
                </a:cubicBezTo>
                <a:lnTo>
                  <a:pt x="0" y="451743"/>
                </a:lnTo>
                <a:lnTo>
                  <a:pt x="0" y="316220"/>
                </a:lnTo>
                <a:lnTo>
                  <a:pt x="0" y="316220"/>
                </a:lnTo>
                <a:lnTo>
                  <a:pt x="0" y="90350"/>
                </a:lnTo>
                <a:close/>
              </a:path>
            </a:pathLst>
          </a:cu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Call of the </a:t>
            </a:r>
            <a:r>
              <a:rPr lang="fr-FR" b="1" dirty="0" err="1" smtClean="0">
                <a:solidFill>
                  <a:srgbClr val="FF0000"/>
                </a:solidFill>
              </a:rPr>
              <a:t>destructor</a:t>
            </a:r>
            <a:r>
              <a:rPr lang="fr-FR" dirty="0" smtClean="0"/>
              <a:t> of the class Bank</a:t>
            </a:r>
            <a:endParaRPr lang="fr-FR" dirty="0"/>
          </a:p>
        </p:txBody>
      </p:sp>
      <p:sp>
        <p:nvSpPr>
          <p:cNvPr id="9" name="Rectangle : avec coins arrondis en diagonale 23">
            <a:extLst>
              <a:ext uri="{FF2B5EF4-FFF2-40B4-BE49-F238E27FC236}">
                <a16:creationId xmlns="" xmlns:a16="http://schemas.microsoft.com/office/drawing/2014/main" id="{373997D1-6DB8-4429-9CA0-DD07DC0C7589}"/>
              </a:ext>
            </a:extLst>
          </p:cNvPr>
          <p:cNvSpPr/>
          <p:nvPr/>
        </p:nvSpPr>
        <p:spPr>
          <a:xfrm>
            <a:off x="4867227" y="3696034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4E474E5-59C4-455D-812C-619B481A7D91}"/>
              </a:ext>
            </a:extLst>
          </p:cNvPr>
          <p:cNvSpPr/>
          <p:nvPr/>
        </p:nvSpPr>
        <p:spPr>
          <a:xfrm>
            <a:off x="5711109" y="3804166"/>
            <a:ext cx="3950022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24">
            <a:extLst>
              <a:ext uri="{FF2B5EF4-FFF2-40B4-BE49-F238E27FC236}">
                <a16:creationId xmlns="" xmlns:a16="http://schemas.microsoft.com/office/drawing/2014/main" id="{3312FE2D-1AA9-45E2-AD4D-8DB5101A0842}"/>
              </a:ext>
            </a:extLst>
          </p:cNvPr>
          <p:cNvSpPr txBox="1"/>
          <p:nvPr/>
        </p:nvSpPr>
        <p:spPr>
          <a:xfrm>
            <a:off x="5875339" y="4117918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12" name="ZoneTexte 25">
            <a:extLst>
              <a:ext uri="{FF2B5EF4-FFF2-40B4-BE49-F238E27FC236}">
                <a16:creationId xmlns="" xmlns:a16="http://schemas.microsoft.com/office/drawing/2014/main" id="{252A4816-7AB0-4342-8797-3F533966EA1C}"/>
              </a:ext>
            </a:extLst>
          </p:cNvPr>
          <p:cNvSpPr txBox="1"/>
          <p:nvPr/>
        </p:nvSpPr>
        <p:spPr>
          <a:xfrm>
            <a:off x="5875339" y="4396659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13" name="ZoneTexte 26">
            <a:extLst>
              <a:ext uri="{FF2B5EF4-FFF2-40B4-BE49-F238E27FC236}">
                <a16:creationId xmlns="" xmlns:a16="http://schemas.microsoft.com/office/drawing/2014/main" id="{79827CB2-1387-45B1-B33B-92BC9DA45826}"/>
              </a:ext>
            </a:extLst>
          </p:cNvPr>
          <p:cNvSpPr txBox="1"/>
          <p:nvPr/>
        </p:nvSpPr>
        <p:spPr>
          <a:xfrm>
            <a:off x="5875339" y="475669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B88E97A-216E-4F38-BBAC-FB5A671D7E6C}"/>
              </a:ext>
            </a:extLst>
          </p:cNvPr>
          <p:cNvSpPr/>
          <p:nvPr/>
        </p:nvSpPr>
        <p:spPr>
          <a:xfrm>
            <a:off x="6529370" y="4788899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4E3C3AD-E1C9-434F-80C1-F459042F9018}"/>
              </a:ext>
            </a:extLst>
          </p:cNvPr>
          <p:cNvSpPr/>
          <p:nvPr/>
        </p:nvSpPr>
        <p:spPr>
          <a:xfrm>
            <a:off x="7442969" y="4788899"/>
            <a:ext cx="1096663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F9B076AE-0D06-4ADE-B892-0DE56FFE2371}"/>
              </a:ext>
            </a:extLst>
          </p:cNvPr>
          <p:cNvSpPr/>
          <p:nvPr/>
        </p:nvSpPr>
        <p:spPr>
          <a:xfrm>
            <a:off x="8488789" y="4788899"/>
            <a:ext cx="964442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7" name="Connecteur droit avec flèche 31">
            <a:extLst>
              <a:ext uri="{FF2B5EF4-FFF2-40B4-BE49-F238E27FC236}">
                <a16:creationId xmlns="" xmlns:a16="http://schemas.microsoft.com/office/drawing/2014/main" id="{35EAE879-0246-4988-AB04-A74947C394FD}"/>
              </a:ext>
            </a:extLst>
          </p:cNvPr>
          <p:cNvCxnSpPr>
            <a:cxnSpLocks/>
          </p:cNvCxnSpPr>
          <p:nvPr/>
        </p:nvCxnSpPr>
        <p:spPr>
          <a:xfrm>
            <a:off x="6667427" y="5208202"/>
            <a:ext cx="0" cy="55196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33">
            <a:extLst>
              <a:ext uri="{FF2B5EF4-FFF2-40B4-BE49-F238E27FC236}">
                <a16:creationId xmlns="" xmlns:a16="http://schemas.microsoft.com/office/drawing/2014/main" id="{E8C1BB15-EDE3-4314-98C0-1EAFF0AE1EBE}"/>
              </a:ext>
            </a:extLst>
          </p:cNvPr>
          <p:cNvCxnSpPr>
            <a:cxnSpLocks/>
          </p:cNvCxnSpPr>
          <p:nvPr/>
        </p:nvCxnSpPr>
        <p:spPr>
          <a:xfrm>
            <a:off x="7603531" y="5198039"/>
            <a:ext cx="0" cy="5612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34">
            <a:extLst>
              <a:ext uri="{FF2B5EF4-FFF2-40B4-BE49-F238E27FC236}">
                <a16:creationId xmlns="" xmlns:a16="http://schemas.microsoft.com/office/drawing/2014/main" id="{BFD60EE9-2FBC-4620-ABBB-24040AE6F7CC}"/>
              </a:ext>
            </a:extLst>
          </p:cNvPr>
          <p:cNvCxnSpPr>
            <a:cxnSpLocks/>
          </p:cNvCxnSpPr>
          <p:nvPr/>
        </p:nvCxnSpPr>
        <p:spPr>
          <a:xfrm>
            <a:off x="8539635" y="5198039"/>
            <a:ext cx="0" cy="56125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35">
            <a:extLst>
              <a:ext uri="{FF2B5EF4-FFF2-40B4-BE49-F238E27FC236}">
                <a16:creationId xmlns="" xmlns:a16="http://schemas.microsoft.com/office/drawing/2014/main" id="{D3505172-3087-4653-B4BB-F835F34954F6}"/>
              </a:ext>
            </a:extLst>
          </p:cNvPr>
          <p:cNvSpPr txBox="1"/>
          <p:nvPr/>
        </p:nvSpPr>
        <p:spPr>
          <a:xfrm>
            <a:off x="5803331" y="5759296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1" name="ZoneTexte 36">
            <a:extLst>
              <a:ext uri="{FF2B5EF4-FFF2-40B4-BE49-F238E27FC236}">
                <a16:creationId xmlns="" xmlns:a16="http://schemas.microsoft.com/office/drawing/2014/main" id="{F64CF6AC-6331-4E5C-9681-77271DDCE2EC}"/>
              </a:ext>
            </a:extLst>
          </p:cNvPr>
          <p:cNvSpPr txBox="1"/>
          <p:nvPr/>
        </p:nvSpPr>
        <p:spPr>
          <a:xfrm>
            <a:off x="6951515" y="5751459"/>
            <a:ext cx="126945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2" name="ZoneTexte 37">
            <a:extLst>
              <a:ext uri="{FF2B5EF4-FFF2-40B4-BE49-F238E27FC236}">
                <a16:creationId xmlns="" xmlns:a16="http://schemas.microsoft.com/office/drawing/2014/main" id="{1CC8C5E4-CB2A-43E6-9482-16C328245FBC}"/>
              </a:ext>
            </a:extLst>
          </p:cNvPr>
          <p:cNvSpPr txBox="1"/>
          <p:nvPr/>
        </p:nvSpPr>
        <p:spPr>
          <a:xfrm>
            <a:off x="8292979" y="5766643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3" name="Flèche : droite 3">
            <a:extLst>
              <a:ext uri="{FF2B5EF4-FFF2-40B4-BE49-F238E27FC236}">
                <a16:creationId xmlns="" xmlns:a16="http://schemas.microsoft.com/office/drawing/2014/main" id="{F35D5F16-E9BC-40B9-95A3-CB8E076C0524}"/>
              </a:ext>
            </a:extLst>
          </p:cNvPr>
          <p:cNvSpPr/>
          <p:nvPr/>
        </p:nvSpPr>
        <p:spPr>
          <a:xfrm>
            <a:off x="4764587" y="1945576"/>
            <a:ext cx="648072" cy="5040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30">
            <a:extLst>
              <a:ext uri="{FF2B5EF4-FFF2-40B4-BE49-F238E27FC236}">
                <a16:creationId xmlns="" xmlns:a16="http://schemas.microsoft.com/office/drawing/2014/main" id="{C0DF387A-30BF-4B8B-94A8-B69D9D87D84C}"/>
              </a:ext>
            </a:extLst>
          </p:cNvPr>
          <p:cNvSpPr txBox="1"/>
          <p:nvPr/>
        </p:nvSpPr>
        <p:spPr>
          <a:xfrm>
            <a:off x="5410355" y="1585536"/>
            <a:ext cx="4211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b="1" dirty="0" err="1">
                <a:solidFill>
                  <a:srgbClr val="FF0000"/>
                </a:solidFill>
              </a:rPr>
              <a:t>delete</a:t>
            </a:r>
            <a:r>
              <a:rPr lang="fr-FR" sz="2400" b="1" dirty="0">
                <a:solidFill>
                  <a:srgbClr val="FF0000"/>
                </a:solidFill>
              </a:rPr>
              <a:t> (*i);</a:t>
            </a:r>
          </a:p>
          <a:p>
            <a:pPr marL="285750" indent="-285750">
              <a:buFontTx/>
              <a:buChar char="-"/>
            </a:pPr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>
                <a:solidFill>
                  <a:srgbClr val="FF0000"/>
                </a:solidFill>
              </a:rPr>
              <a:t>String</a:t>
            </a:r>
          </a:p>
          <a:p>
            <a:pPr marL="285750" indent="-285750">
              <a:buFontTx/>
              <a:buChar char="-"/>
            </a:pPr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 smtClean="0">
                <a:solidFill>
                  <a:srgbClr val="FF0000"/>
                </a:solidFill>
              </a:rPr>
              <a:t>String</a:t>
            </a:r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fr-FR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 smtClean="0"/>
              <a:t>Call of the </a:t>
            </a:r>
            <a:r>
              <a:rPr lang="fr-FR" dirty="0" err="1" smtClean="0"/>
              <a:t>destructor</a:t>
            </a:r>
            <a:r>
              <a:rPr lang="fr-FR" dirty="0" smtClean="0"/>
              <a:t> of the class </a:t>
            </a:r>
            <a:r>
              <a:rPr lang="fr-FR" b="1" dirty="0" err="1" smtClean="0">
                <a:solidFill>
                  <a:srgbClr val="FF0000"/>
                </a:solidFill>
              </a:rPr>
              <a:t>Vector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="" xmlns:a16="http://schemas.microsoft.com/office/drawing/2014/main" id="{49D04385-8969-4A68-91C4-33F7573184B1}"/>
              </a:ext>
            </a:extLst>
          </p:cNvPr>
          <p:cNvSpPr txBox="1"/>
          <p:nvPr/>
        </p:nvSpPr>
        <p:spPr>
          <a:xfrm>
            <a:off x="1763263" y="696416"/>
            <a:ext cx="7033772" cy="6010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Redefinition</a:t>
            </a:r>
            <a:r>
              <a:rPr lang="fr-FR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 of the </a:t>
            </a:r>
            <a:r>
              <a:rPr lang="fr-FR" sz="3300" b="1" spc="-4" dirty="0" err="1" smtClean="0">
                <a:solidFill>
                  <a:srgbClr val="C00000"/>
                </a:solidFill>
                <a:latin typeface="Calibri Light"/>
                <a:cs typeface="Calibri Light"/>
              </a:rPr>
              <a:t>destructor</a:t>
            </a:r>
            <a:endParaRPr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cxnSp>
        <p:nvCxnSpPr>
          <p:cNvPr id="26" name="Connecteur droit avec flèche 39">
            <a:extLst>
              <a:ext uri="{FF2B5EF4-FFF2-40B4-BE49-F238E27FC236}">
                <a16:creationId xmlns="" xmlns:a16="http://schemas.microsoft.com/office/drawing/2014/main" id="{773D160A-E6A5-466D-8108-55311FF18DCD}"/>
              </a:ext>
            </a:extLst>
          </p:cNvPr>
          <p:cNvCxnSpPr>
            <a:cxnSpLocks/>
          </p:cNvCxnSpPr>
          <p:nvPr/>
        </p:nvCxnSpPr>
        <p:spPr>
          <a:xfrm flipH="1" flipV="1">
            <a:off x="1031062" y="4704048"/>
            <a:ext cx="2735520" cy="1513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40">
            <a:extLst>
              <a:ext uri="{FF2B5EF4-FFF2-40B4-BE49-F238E27FC236}">
                <a16:creationId xmlns="" xmlns:a16="http://schemas.microsoft.com/office/drawing/2014/main" id="{4CFA396F-1085-4675-BC37-E47BDA9419F8}"/>
              </a:ext>
            </a:extLst>
          </p:cNvPr>
          <p:cNvCxnSpPr>
            <a:cxnSpLocks/>
          </p:cNvCxnSpPr>
          <p:nvPr/>
        </p:nvCxnSpPr>
        <p:spPr>
          <a:xfrm>
            <a:off x="3756475" y="2500445"/>
            <a:ext cx="0" cy="218143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41">
            <a:extLst>
              <a:ext uri="{FF2B5EF4-FFF2-40B4-BE49-F238E27FC236}">
                <a16:creationId xmlns="" xmlns:a16="http://schemas.microsoft.com/office/drawing/2014/main" id="{A92F284C-CB5C-4009-8332-B2AA792800AC}"/>
              </a:ext>
            </a:extLst>
          </p:cNvPr>
          <p:cNvSpPr/>
          <p:nvPr/>
        </p:nvSpPr>
        <p:spPr>
          <a:xfrm>
            <a:off x="5484667" y="5496234"/>
            <a:ext cx="4392488" cy="12738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decel="100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decel="100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3" grpId="0"/>
      <p:bldP spid="14" grpId="0" animBg="1"/>
      <p:bldP spid="20" grpId="0" animBg="1"/>
      <p:bldP spid="21" grpId="0" animBg="1"/>
      <p:bldP spid="22" grpId="0" animBg="1"/>
      <p:bldP spid="23" grpId="0" animBg="1"/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fr-FR"/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913763" y="809328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copy constructor</a:t>
            </a:r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977677" y="3530665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endParaRPr b="1" dirty="0">
              <a:latin typeface="Calibri Light"/>
              <a:cs typeface="Calibri Light"/>
            </a:endParaRPr>
          </a:p>
        </p:txBody>
      </p:sp>
      <p:pic>
        <p:nvPicPr>
          <p:cNvPr id="9" name="Image 6">
            <a:extLst>
              <a:ext uri="{FF2B5EF4-FFF2-40B4-BE49-F238E27FC236}">
                <a16:creationId xmlns="" xmlns:a16="http://schemas.microsoft.com/office/drawing/2014/main" id="{BEE3329D-B1BB-47AD-B851-151812B8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69" y="1480682"/>
            <a:ext cx="7285702" cy="2280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 : avec coins arrondis en diagonale 14">
            <a:extLst>
              <a:ext uri="{FF2B5EF4-FFF2-40B4-BE49-F238E27FC236}">
                <a16:creationId xmlns="" xmlns:a16="http://schemas.microsoft.com/office/drawing/2014/main" id="{D8867239-0A2D-47EB-A2F8-68E922AAA515}"/>
              </a:ext>
            </a:extLst>
          </p:cNvPr>
          <p:cNvSpPr/>
          <p:nvPr/>
        </p:nvSpPr>
        <p:spPr>
          <a:xfrm>
            <a:off x="977659" y="1637420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pic>
        <p:nvPicPr>
          <p:cNvPr id="11" name="Image 7">
            <a:extLst>
              <a:ext uri="{FF2B5EF4-FFF2-40B4-BE49-F238E27FC236}">
                <a16:creationId xmlns="" xmlns:a16="http://schemas.microsoft.com/office/drawing/2014/main" id="{D211686B-4A69-429E-A997-1F744BDCF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743" y="3908323"/>
            <a:ext cx="5701400" cy="2949677"/>
          </a:xfrm>
          <a:prstGeom prst="rect">
            <a:avLst/>
          </a:prstGeom>
        </p:spPr>
      </p:pic>
      <p:sp>
        <p:nvSpPr>
          <p:cNvPr id="12" name="Flèche : courbe vers la droite 18">
            <a:extLst>
              <a:ext uri="{FF2B5EF4-FFF2-40B4-BE49-F238E27FC236}">
                <a16:creationId xmlns="" xmlns:a16="http://schemas.microsoft.com/office/drawing/2014/main" id="{63879954-C5D5-4E8A-B7DA-2ADF0EABAE9A}"/>
              </a:ext>
            </a:extLst>
          </p:cNvPr>
          <p:cNvSpPr/>
          <p:nvPr/>
        </p:nvSpPr>
        <p:spPr>
          <a:xfrm>
            <a:off x="1121675" y="2969568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Bulle narrative : rectangle à coins arrondis 19">
            <a:extLst>
              <a:ext uri="{FF2B5EF4-FFF2-40B4-BE49-F238E27FC236}">
                <a16:creationId xmlns="" xmlns:a16="http://schemas.microsoft.com/office/drawing/2014/main" id="{8CB27F6C-19D0-4B8A-9D47-2D9B25572367}"/>
              </a:ext>
            </a:extLst>
          </p:cNvPr>
          <p:cNvSpPr/>
          <p:nvPr/>
        </p:nvSpPr>
        <p:spPr>
          <a:xfrm>
            <a:off x="4912745" y="3157007"/>
            <a:ext cx="4201818" cy="542091"/>
          </a:xfrm>
          <a:prstGeom prst="wedgeRoundRectCallout">
            <a:avLst>
              <a:gd name="adj1" fmla="val -68846"/>
              <a:gd name="adj2" fmla="val -39605"/>
              <a:gd name="adj3" fmla="val 16667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 </a:t>
            </a:r>
            <a:r>
              <a:rPr lang="en-US" b="1" dirty="0" smtClean="0">
                <a:solidFill>
                  <a:srgbClr val="FF0000"/>
                </a:solidFill>
              </a:rPr>
              <a:t>to the copy constructor </a:t>
            </a:r>
            <a:r>
              <a:rPr lang="en-US" dirty="0" smtClean="0"/>
              <a:t>of the Bank class</a:t>
            </a:r>
            <a:endParaRPr lang="fr-FR" dirty="0"/>
          </a:p>
        </p:txBody>
      </p:sp>
      <p:sp>
        <p:nvSpPr>
          <p:cNvPr id="14" name="Accolade fermante 11">
            <a:extLst>
              <a:ext uri="{FF2B5EF4-FFF2-40B4-BE49-F238E27FC236}">
                <a16:creationId xmlns="" xmlns:a16="http://schemas.microsoft.com/office/drawing/2014/main" id="{D52EFBBC-1ACE-4953-9DE4-3BEF277A798C}"/>
              </a:ext>
            </a:extLst>
          </p:cNvPr>
          <p:cNvSpPr/>
          <p:nvPr/>
        </p:nvSpPr>
        <p:spPr>
          <a:xfrm>
            <a:off x="4650067" y="5682590"/>
            <a:ext cx="576064" cy="1103402"/>
          </a:xfrm>
          <a:prstGeom prst="rightBrace">
            <a:avLst>
              <a:gd name="adj1" fmla="val 46121"/>
              <a:gd name="adj2" fmla="val 51842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ccolade fermante 12">
            <a:extLst>
              <a:ext uri="{FF2B5EF4-FFF2-40B4-BE49-F238E27FC236}">
                <a16:creationId xmlns="" xmlns:a16="http://schemas.microsoft.com/office/drawing/2014/main" id="{2B334A9C-772E-4664-A169-69EEBF7EECF8}"/>
              </a:ext>
            </a:extLst>
          </p:cNvPr>
          <p:cNvSpPr/>
          <p:nvPr/>
        </p:nvSpPr>
        <p:spPr>
          <a:xfrm>
            <a:off x="4650067" y="4265712"/>
            <a:ext cx="576064" cy="1103402"/>
          </a:xfrm>
          <a:prstGeom prst="rightBrace">
            <a:avLst>
              <a:gd name="adj1" fmla="val 46121"/>
              <a:gd name="adj2" fmla="val 51842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avec coins arrondis en diagonale 15">
            <a:extLst>
              <a:ext uri="{FF2B5EF4-FFF2-40B4-BE49-F238E27FC236}">
                <a16:creationId xmlns="" xmlns:a16="http://schemas.microsoft.com/office/drawing/2014/main" id="{2235926D-9631-4687-8948-F564A489F162}"/>
              </a:ext>
            </a:extLst>
          </p:cNvPr>
          <p:cNvSpPr/>
          <p:nvPr/>
        </p:nvSpPr>
        <p:spPr>
          <a:xfrm>
            <a:off x="6156020" y="4661756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17" name="Rectangle : avec coins arrondis en diagonale 16">
            <a:extLst>
              <a:ext uri="{FF2B5EF4-FFF2-40B4-BE49-F238E27FC236}">
                <a16:creationId xmlns="" xmlns:a16="http://schemas.microsoft.com/office/drawing/2014/main" id="{C352FBEC-DB7C-417B-B6EC-38E202CD0C57}"/>
              </a:ext>
            </a:extLst>
          </p:cNvPr>
          <p:cNvSpPr/>
          <p:nvPr/>
        </p:nvSpPr>
        <p:spPr>
          <a:xfrm>
            <a:off x="6234243" y="6101916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COPy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fr-FR"/>
          </a:p>
        </p:txBody>
      </p:sp>
      <p:pic>
        <p:nvPicPr>
          <p:cNvPr id="5" name="Image 23">
            <a:extLst>
              <a:ext uri="{FF2B5EF4-FFF2-40B4-BE49-F238E27FC236}">
                <a16:creationId xmlns="" xmlns:a16="http://schemas.microsoft.com/office/drawing/2014/main" id="{076D6B9A-6796-4FBF-813F-FB083724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4" y="1401596"/>
            <a:ext cx="7934632" cy="2072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840021" y="737320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copy constructor</a:t>
            </a:r>
            <a:endParaRPr lang="fr-FR" sz="3300" b="1" dirty="0" smtClean="0"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9" name="Rectangle : avec coins arrondis en diagonale 14">
            <a:extLst>
              <a:ext uri="{FF2B5EF4-FFF2-40B4-BE49-F238E27FC236}">
                <a16:creationId xmlns="" xmlns:a16="http://schemas.microsoft.com/office/drawing/2014/main" id="{D8867239-0A2D-47EB-A2F8-68E922AAA515}"/>
              </a:ext>
            </a:extLst>
          </p:cNvPr>
          <p:cNvSpPr/>
          <p:nvPr/>
        </p:nvSpPr>
        <p:spPr>
          <a:xfrm>
            <a:off x="903917" y="1565412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10" name="Flèche : courbe vers la droite 18">
            <a:extLst>
              <a:ext uri="{FF2B5EF4-FFF2-40B4-BE49-F238E27FC236}">
                <a16:creationId xmlns="" xmlns:a16="http://schemas.microsoft.com/office/drawing/2014/main" id="{63879954-C5D5-4E8A-B7DA-2ADF0EABAE9A}"/>
              </a:ext>
            </a:extLst>
          </p:cNvPr>
          <p:cNvSpPr/>
          <p:nvPr/>
        </p:nvSpPr>
        <p:spPr>
          <a:xfrm>
            <a:off x="1047933" y="2897560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Bulle narrative : rectangle à coins arrondis 19">
            <a:extLst>
              <a:ext uri="{FF2B5EF4-FFF2-40B4-BE49-F238E27FC236}">
                <a16:creationId xmlns="" xmlns:a16="http://schemas.microsoft.com/office/drawing/2014/main" id="{8CB27F6C-19D0-4B8A-9D47-2D9B25572367}"/>
              </a:ext>
            </a:extLst>
          </p:cNvPr>
          <p:cNvSpPr/>
          <p:nvPr/>
        </p:nvSpPr>
        <p:spPr>
          <a:xfrm>
            <a:off x="4839003" y="1529408"/>
            <a:ext cx="4201818" cy="542091"/>
          </a:xfrm>
          <a:prstGeom prst="wedgeRoundRectCallout">
            <a:avLst>
              <a:gd name="adj1" fmla="val -59900"/>
              <a:gd name="adj2" fmla="val 33489"/>
              <a:gd name="adj3" fmla="val 16667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Modification of the content of Bank B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B3C9999-F675-4AD7-8D84-0078EE1E70C6}"/>
              </a:ext>
            </a:extLst>
          </p:cNvPr>
          <p:cNvSpPr/>
          <p:nvPr/>
        </p:nvSpPr>
        <p:spPr>
          <a:xfrm>
            <a:off x="2272069" y="1843918"/>
            <a:ext cx="1944216" cy="227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22">
            <a:extLst>
              <a:ext uri="{FF2B5EF4-FFF2-40B4-BE49-F238E27FC236}">
                <a16:creationId xmlns="" xmlns:a16="http://schemas.microsoft.com/office/drawing/2014/main" id="{320B9D87-70C1-481A-9E47-5C628B79DEDF}"/>
              </a:ext>
            </a:extLst>
          </p:cNvPr>
          <p:cNvSpPr/>
          <p:nvPr/>
        </p:nvSpPr>
        <p:spPr>
          <a:xfrm>
            <a:off x="1414373" y="4637813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pic>
        <p:nvPicPr>
          <p:cNvPr id="14" name="Image 13">
            <a:extLst>
              <a:ext uri="{FF2B5EF4-FFF2-40B4-BE49-F238E27FC236}">
                <a16:creationId xmlns="" xmlns:a16="http://schemas.microsoft.com/office/drawing/2014/main" id="{FF6C94EB-CC20-4A63-9FA0-9B8BF014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463" y="3665962"/>
            <a:ext cx="4992266" cy="3120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BA17EFC5-4FB9-40E5-8EBB-21AA713E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35" y="3538250"/>
            <a:ext cx="6818122" cy="3319750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="" xmlns:a16="http://schemas.microsoft.com/office/drawing/2014/main" id="{4E5C6319-8C2D-47D5-96F3-0644BD027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55" y="1421254"/>
            <a:ext cx="7167716" cy="1911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972757" y="729938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copy constructor</a:t>
            </a:r>
            <a:endParaRPr lang="fr-FR" sz="3300" b="1" dirty="0"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1036671" y="3451275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endParaRPr b="1" dirty="0">
              <a:latin typeface="Calibri Light"/>
              <a:cs typeface="Calibri Light"/>
            </a:endParaRPr>
          </a:p>
        </p:txBody>
      </p:sp>
      <p:sp>
        <p:nvSpPr>
          <p:cNvPr id="11" name="Rectangle : avec coins arrondis en diagonale 14">
            <a:extLst>
              <a:ext uri="{FF2B5EF4-FFF2-40B4-BE49-F238E27FC236}">
                <a16:creationId xmlns="" xmlns:a16="http://schemas.microsoft.com/office/drawing/2014/main" id="{D8867239-0A2D-47EB-A2F8-68E922AAA515}"/>
              </a:ext>
            </a:extLst>
          </p:cNvPr>
          <p:cNvSpPr/>
          <p:nvPr/>
        </p:nvSpPr>
        <p:spPr>
          <a:xfrm>
            <a:off x="1036653" y="1558030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12" name="Flèche : courbe vers la droite 18">
            <a:extLst>
              <a:ext uri="{FF2B5EF4-FFF2-40B4-BE49-F238E27FC236}">
                <a16:creationId xmlns="" xmlns:a16="http://schemas.microsoft.com/office/drawing/2014/main" id="{63879954-C5D5-4E8A-B7DA-2ADF0EABAE9A}"/>
              </a:ext>
            </a:extLst>
          </p:cNvPr>
          <p:cNvSpPr/>
          <p:nvPr/>
        </p:nvSpPr>
        <p:spPr>
          <a:xfrm>
            <a:off x="1180669" y="2890178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Bulle narrative : rectangle à coins arrondis 19">
            <a:extLst>
              <a:ext uri="{FF2B5EF4-FFF2-40B4-BE49-F238E27FC236}">
                <a16:creationId xmlns="" xmlns:a16="http://schemas.microsoft.com/office/drawing/2014/main" id="{8CB27F6C-19D0-4B8A-9D47-2D9B25572367}"/>
              </a:ext>
            </a:extLst>
          </p:cNvPr>
          <p:cNvSpPr/>
          <p:nvPr/>
        </p:nvSpPr>
        <p:spPr>
          <a:xfrm>
            <a:off x="4853077" y="1483991"/>
            <a:ext cx="4201818" cy="542091"/>
          </a:xfrm>
          <a:prstGeom prst="wedgeRoundRectCallout">
            <a:avLst>
              <a:gd name="adj1" fmla="val -66670"/>
              <a:gd name="adj2" fmla="val 37238"/>
              <a:gd name="adj3" fmla="val 16667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Modification of the content of Bank B</a:t>
            </a:r>
            <a:endParaRPr lang="fr-FR" dirty="0"/>
          </a:p>
        </p:txBody>
      </p:sp>
      <p:sp>
        <p:nvSpPr>
          <p:cNvPr id="14" name="Accolade fermante 11">
            <a:extLst>
              <a:ext uri="{FF2B5EF4-FFF2-40B4-BE49-F238E27FC236}">
                <a16:creationId xmlns="" xmlns:a16="http://schemas.microsoft.com/office/drawing/2014/main" id="{D52EFBBC-1ACE-4953-9DE4-3BEF277A798C}"/>
              </a:ext>
            </a:extLst>
          </p:cNvPr>
          <p:cNvSpPr/>
          <p:nvPr/>
        </p:nvSpPr>
        <p:spPr>
          <a:xfrm>
            <a:off x="4925085" y="5603200"/>
            <a:ext cx="576064" cy="1103402"/>
          </a:xfrm>
          <a:prstGeom prst="rightBrace">
            <a:avLst>
              <a:gd name="adj1" fmla="val 46121"/>
              <a:gd name="adj2" fmla="val 51842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avec coins arrondis en diagonale 20">
            <a:extLst>
              <a:ext uri="{FF2B5EF4-FFF2-40B4-BE49-F238E27FC236}">
                <a16:creationId xmlns="" xmlns:a16="http://schemas.microsoft.com/office/drawing/2014/main" id="{5F99B6A5-FAC2-4CA8-B7D1-E2E37C8F8CAA}"/>
              </a:ext>
            </a:extLst>
          </p:cNvPr>
          <p:cNvSpPr/>
          <p:nvPr/>
        </p:nvSpPr>
        <p:spPr>
          <a:xfrm>
            <a:off x="5914305" y="6028887"/>
            <a:ext cx="2611180" cy="279592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Copy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</a:rPr>
              <a:t>Modified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!!!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45D1AAE-F8C8-4362-95AC-F7DC0BE5C3D1}"/>
              </a:ext>
            </a:extLst>
          </p:cNvPr>
          <p:cNvSpPr/>
          <p:nvPr/>
        </p:nvSpPr>
        <p:spPr>
          <a:xfrm>
            <a:off x="2373061" y="3885824"/>
            <a:ext cx="2408008" cy="186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845F6DD-19F9-47F7-BAD8-A9EA729E8806}"/>
              </a:ext>
            </a:extLst>
          </p:cNvPr>
          <p:cNvSpPr/>
          <p:nvPr/>
        </p:nvSpPr>
        <p:spPr>
          <a:xfrm>
            <a:off x="2373061" y="5554474"/>
            <a:ext cx="2408008" cy="186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3B3C9999-F675-4AD7-8D84-0078EE1E70C6}"/>
              </a:ext>
            </a:extLst>
          </p:cNvPr>
          <p:cNvSpPr/>
          <p:nvPr/>
        </p:nvSpPr>
        <p:spPr>
          <a:xfrm>
            <a:off x="2407485" y="1764526"/>
            <a:ext cx="1643936" cy="2615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 : avec coins arrondis en diagonale 21">
            <a:extLst>
              <a:ext uri="{FF2B5EF4-FFF2-40B4-BE49-F238E27FC236}">
                <a16:creationId xmlns="" xmlns:a16="http://schemas.microsoft.com/office/drawing/2014/main" id="{C111E127-F944-4C1C-83CD-B06E76B48E62}"/>
              </a:ext>
            </a:extLst>
          </p:cNvPr>
          <p:cNvSpPr/>
          <p:nvPr/>
        </p:nvSpPr>
        <p:spPr>
          <a:xfrm>
            <a:off x="5505197" y="4106249"/>
            <a:ext cx="2611180" cy="279592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B.modify</a:t>
            </a:r>
            <a:r>
              <a:rPr lang="fr-FR" b="1" dirty="0" smtClean="0"/>
              <a:t>();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A7409805-2F2B-4515-8587-5A892CF28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62199" y="5365834"/>
            <a:ext cx="692696" cy="69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 : avec coins arrondis en diagonale 22">
            <a:extLst>
              <a:ext uri="{FF2B5EF4-FFF2-40B4-BE49-F238E27FC236}">
                <a16:creationId xmlns="" xmlns:a16="http://schemas.microsoft.com/office/drawing/2014/main" id="{8EC7D74D-4CEB-462A-9281-8B43CFEEE8E1}"/>
              </a:ext>
            </a:extLst>
          </p:cNvPr>
          <p:cNvSpPr/>
          <p:nvPr/>
        </p:nvSpPr>
        <p:spPr>
          <a:xfrm>
            <a:off x="5505197" y="4562855"/>
            <a:ext cx="2611180" cy="279592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 </a:t>
            </a:r>
            <a:r>
              <a:rPr lang="fr-FR" b="1" dirty="0" err="1" smtClean="0"/>
              <a:t>Modified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fr-FR"/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2164485" y="660227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copy constructor</a:t>
            </a:r>
            <a:endParaRPr lang="fr-FR" sz="3300" b="1" dirty="0"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8" name="Rectangle : avec coins arrondis en diagonale 21">
            <a:extLst>
              <a:ext uri="{FF2B5EF4-FFF2-40B4-BE49-F238E27FC236}">
                <a16:creationId xmlns="" xmlns:a16="http://schemas.microsoft.com/office/drawing/2014/main" id="{4DF878B1-D998-43E2-A370-B70286A43A81}"/>
              </a:ext>
            </a:extLst>
          </p:cNvPr>
          <p:cNvSpPr/>
          <p:nvPr/>
        </p:nvSpPr>
        <p:spPr>
          <a:xfrm>
            <a:off x="1350701" y="1668339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477849F-D2AE-4E42-A7B0-F6B460BED3E5}"/>
              </a:ext>
            </a:extLst>
          </p:cNvPr>
          <p:cNvSpPr/>
          <p:nvPr/>
        </p:nvSpPr>
        <p:spPr>
          <a:xfrm>
            <a:off x="1300389" y="2039533"/>
            <a:ext cx="3950022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23">
            <a:extLst>
              <a:ext uri="{FF2B5EF4-FFF2-40B4-BE49-F238E27FC236}">
                <a16:creationId xmlns="" xmlns:a16="http://schemas.microsoft.com/office/drawing/2014/main" id="{7651A45F-3613-4233-8AD2-69ECEC8B56C5}"/>
              </a:ext>
            </a:extLst>
          </p:cNvPr>
          <p:cNvSpPr txBox="1"/>
          <p:nvPr/>
        </p:nvSpPr>
        <p:spPr>
          <a:xfrm>
            <a:off x="1464619" y="2353285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Name: </a:t>
            </a:r>
            <a:r>
              <a:rPr lang="fr-FR" dirty="0"/>
              <a:t>«  »</a:t>
            </a:r>
          </a:p>
        </p:txBody>
      </p:sp>
      <p:sp>
        <p:nvSpPr>
          <p:cNvPr id="11" name="ZoneTexte 24">
            <a:extLst>
              <a:ext uri="{FF2B5EF4-FFF2-40B4-BE49-F238E27FC236}">
                <a16:creationId xmlns="" xmlns:a16="http://schemas.microsoft.com/office/drawing/2014/main" id="{76AD07DA-5CCA-4714-8B32-079D28051F03}"/>
              </a:ext>
            </a:extLst>
          </p:cNvPr>
          <p:cNvSpPr txBox="1"/>
          <p:nvPr/>
        </p:nvSpPr>
        <p:spPr>
          <a:xfrm>
            <a:off x="1464619" y="2632026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</a:t>
            </a:r>
            <a:r>
              <a:rPr lang="fr-FR" dirty="0"/>
              <a:t>: «  »</a:t>
            </a:r>
          </a:p>
        </p:txBody>
      </p:sp>
      <p:sp>
        <p:nvSpPr>
          <p:cNvPr id="12" name="ZoneTexte 25">
            <a:extLst>
              <a:ext uri="{FF2B5EF4-FFF2-40B4-BE49-F238E27FC236}">
                <a16:creationId xmlns="" xmlns:a16="http://schemas.microsoft.com/office/drawing/2014/main" id="{E713255B-59FC-4587-A272-543E8E7788CB}"/>
              </a:ext>
            </a:extLst>
          </p:cNvPr>
          <p:cNvSpPr txBox="1"/>
          <p:nvPr/>
        </p:nvSpPr>
        <p:spPr>
          <a:xfrm>
            <a:off x="1464619" y="299206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D2B9B35-4383-4DF7-B6E6-E4ADA020840A}"/>
              </a:ext>
            </a:extLst>
          </p:cNvPr>
          <p:cNvSpPr/>
          <p:nvPr/>
        </p:nvSpPr>
        <p:spPr>
          <a:xfrm>
            <a:off x="2118650" y="3024266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B4AE495-C91F-4114-AFBD-4605895102F5}"/>
              </a:ext>
            </a:extLst>
          </p:cNvPr>
          <p:cNvSpPr/>
          <p:nvPr/>
        </p:nvSpPr>
        <p:spPr>
          <a:xfrm>
            <a:off x="3032249" y="3024266"/>
            <a:ext cx="1058690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0C779B8-F99B-4AEE-B945-096C630F8215}"/>
              </a:ext>
            </a:extLst>
          </p:cNvPr>
          <p:cNvSpPr/>
          <p:nvPr/>
        </p:nvSpPr>
        <p:spPr>
          <a:xfrm>
            <a:off x="4071942" y="3024266"/>
            <a:ext cx="972863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6" name="Connecteur droit avec flèche 29">
            <a:extLst>
              <a:ext uri="{FF2B5EF4-FFF2-40B4-BE49-F238E27FC236}">
                <a16:creationId xmlns="" xmlns:a16="http://schemas.microsoft.com/office/drawing/2014/main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2256707" y="3443569"/>
            <a:ext cx="1925751" cy="15262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30">
            <a:extLst>
              <a:ext uri="{FF2B5EF4-FFF2-40B4-BE49-F238E27FC236}">
                <a16:creationId xmlns="" xmlns:a16="http://schemas.microsoft.com/office/drawing/2014/main" id="{85CE6A4D-6AC6-4F93-9A4F-44D15343D2D4}"/>
              </a:ext>
            </a:extLst>
          </p:cNvPr>
          <p:cNvCxnSpPr>
            <a:cxnSpLocks/>
          </p:cNvCxnSpPr>
          <p:nvPr/>
        </p:nvCxnSpPr>
        <p:spPr>
          <a:xfrm>
            <a:off x="3192811" y="3433406"/>
            <a:ext cx="2358993" cy="15443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31">
            <a:extLst>
              <a:ext uri="{FF2B5EF4-FFF2-40B4-BE49-F238E27FC236}">
                <a16:creationId xmlns="" xmlns:a16="http://schemas.microsoft.com/office/drawing/2014/main" id="{9F2C9CD2-17B2-48C6-85AC-5E5B4746044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4200923" y="3433406"/>
            <a:ext cx="2826074" cy="155949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32">
            <a:extLst>
              <a:ext uri="{FF2B5EF4-FFF2-40B4-BE49-F238E27FC236}">
                <a16:creationId xmlns="" xmlns:a16="http://schemas.microsoft.com/office/drawing/2014/main" id="{20E6BF49-ED4F-494C-9DDD-D2259D3FB236}"/>
              </a:ext>
            </a:extLst>
          </p:cNvPr>
          <p:cNvSpPr txBox="1"/>
          <p:nvPr/>
        </p:nvSpPr>
        <p:spPr>
          <a:xfrm>
            <a:off x="3824613" y="4985554"/>
            <a:ext cx="1076176" cy="7078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0" name="ZoneTexte 33">
            <a:extLst>
              <a:ext uri="{FF2B5EF4-FFF2-40B4-BE49-F238E27FC236}">
                <a16:creationId xmlns="" xmlns:a16="http://schemas.microsoft.com/office/drawing/2014/main" id="{C598FC68-39F3-4994-A879-81CD883669C3}"/>
              </a:ext>
            </a:extLst>
          </p:cNvPr>
          <p:cNvSpPr txBox="1"/>
          <p:nvPr/>
        </p:nvSpPr>
        <p:spPr>
          <a:xfrm>
            <a:off x="5003429" y="4992901"/>
            <a:ext cx="135829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1" name="ZoneTexte 34">
            <a:extLst>
              <a:ext uri="{FF2B5EF4-FFF2-40B4-BE49-F238E27FC236}">
                <a16:creationId xmlns="" xmlns:a16="http://schemas.microsoft.com/office/drawing/2014/main" id="{4EB0F7D6-E3FC-4F59-8BA4-D887A2AAB3A1}"/>
              </a:ext>
            </a:extLst>
          </p:cNvPr>
          <p:cNvSpPr txBox="1"/>
          <p:nvPr/>
        </p:nvSpPr>
        <p:spPr>
          <a:xfrm>
            <a:off x="6488909" y="4992901"/>
            <a:ext cx="1076176" cy="707886"/>
          </a:xfrm>
          <a:prstGeom prst="rect">
            <a:avLst/>
          </a:prstGeom>
          <a:noFill/>
          <a:ln w="38100">
            <a:solidFill>
              <a:srgbClr val="63BD0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2" name="Rectangle : avec coins arrondis en diagonale 35">
            <a:extLst>
              <a:ext uri="{FF2B5EF4-FFF2-40B4-BE49-F238E27FC236}">
                <a16:creationId xmlns="" xmlns:a16="http://schemas.microsoft.com/office/drawing/2014/main" id="{55D626C0-5EB3-4156-84D4-E349D0951B18}"/>
              </a:ext>
            </a:extLst>
          </p:cNvPr>
          <p:cNvSpPr/>
          <p:nvPr/>
        </p:nvSpPr>
        <p:spPr>
          <a:xfrm>
            <a:off x="6079125" y="1668339"/>
            <a:ext cx="648072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E1795937-3AAD-4E35-9F69-6C534398C581}"/>
              </a:ext>
            </a:extLst>
          </p:cNvPr>
          <p:cNvSpPr/>
          <p:nvPr/>
        </p:nvSpPr>
        <p:spPr>
          <a:xfrm>
            <a:off x="6063335" y="2022312"/>
            <a:ext cx="3950022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37">
            <a:extLst>
              <a:ext uri="{FF2B5EF4-FFF2-40B4-BE49-F238E27FC236}">
                <a16:creationId xmlns="" xmlns:a16="http://schemas.microsoft.com/office/drawing/2014/main" id="{0AFE5F8B-72B4-49FA-9D88-9AF60CF8178C}"/>
              </a:ext>
            </a:extLst>
          </p:cNvPr>
          <p:cNvSpPr txBox="1"/>
          <p:nvPr/>
        </p:nvSpPr>
        <p:spPr>
          <a:xfrm>
            <a:off x="6227565" y="2336064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5" name="ZoneTexte 38">
            <a:extLst>
              <a:ext uri="{FF2B5EF4-FFF2-40B4-BE49-F238E27FC236}">
                <a16:creationId xmlns="" xmlns:a16="http://schemas.microsoft.com/office/drawing/2014/main" id="{AD004D35-8879-430C-AC4F-09664875FC04}"/>
              </a:ext>
            </a:extLst>
          </p:cNvPr>
          <p:cNvSpPr txBox="1"/>
          <p:nvPr/>
        </p:nvSpPr>
        <p:spPr>
          <a:xfrm>
            <a:off x="6227565" y="2614805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26" name="ZoneTexte 39">
            <a:extLst>
              <a:ext uri="{FF2B5EF4-FFF2-40B4-BE49-F238E27FC236}">
                <a16:creationId xmlns="" xmlns:a16="http://schemas.microsoft.com/office/drawing/2014/main" id="{E0470493-CB1D-497B-AA91-8166E19728AC}"/>
              </a:ext>
            </a:extLst>
          </p:cNvPr>
          <p:cNvSpPr txBox="1"/>
          <p:nvPr/>
        </p:nvSpPr>
        <p:spPr>
          <a:xfrm>
            <a:off x="6227565" y="2974845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1FA1250E-58A6-46AD-AB3B-AF8263E237FC}"/>
              </a:ext>
            </a:extLst>
          </p:cNvPr>
          <p:cNvSpPr/>
          <p:nvPr/>
        </p:nvSpPr>
        <p:spPr>
          <a:xfrm>
            <a:off x="6881596" y="3007045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A9FE574C-644C-4E7D-9AF0-A0DC9F2F3223}"/>
              </a:ext>
            </a:extLst>
          </p:cNvPr>
          <p:cNvSpPr/>
          <p:nvPr/>
        </p:nvSpPr>
        <p:spPr>
          <a:xfrm>
            <a:off x="7795196" y="3007045"/>
            <a:ext cx="1080120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FFB68F3A-D1A8-4A16-A2C6-EC7EBC0F2457}"/>
              </a:ext>
            </a:extLst>
          </p:cNvPr>
          <p:cNvSpPr/>
          <p:nvPr/>
        </p:nvSpPr>
        <p:spPr>
          <a:xfrm>
            <a:off x="8841015" y="3007045"/>
            <a:ext cx="972108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30" name="Connecteur droit avec flèche 43">
            <a:extLst>
              <a:ext uri="{FF2B5EF4-FFF2-40B4-BE49-F238E27FC236}">
                <a16:creationId xmlns="" xmlns:a16="http://schemas.microsoft.com/office/drawing/2014/main" id="{BB51B582-4879-4BA8-A59A-931C3A5AC4D0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4362701" y="3426348"/>
            <a:ext cx="2554312" cy="1559206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44">
            <a:extLst>
              <a:ext uri="{FF2B5EF4-FFF2-40B4-BE49-F238E27FC236}">
                <a16:creationId xmlns="" xmlns:a16="http://schemas.microsoft.com/office/drawing/2014/main" id="{94B5F72A-6C40-48EC-80F4-B9538F36E392}"/>
              </a:ext>
            </a:extLst>
          </p:cNvPr>
          <p:cNvCxnSpPr>
            <a:cxnSpLocks/>
          </p:cNvCxnSpPr>
          <p:nvPr/>
        </p:nvCxnSpPr>
        <p:spPr>
          <a:xfrm flipH="1">
            <a:off x="6025954" y="3416185"/>
            <a:ext cx="1929803" cy="1553601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45">
            <a:extLst>
              <a:ext uri="{FF2B5EF4-FFF2-40B4-BE49-F238E27FC236}">
                <a16:creationId xmlns="" xmlns:a16="http://schemas.microsoft.com/office/drawing/2014/main" id="{FEA5654A-0FB1-4801-8301-A7077D46084C}"/>
              </a:ext>
            </a:extLst>
          </p:cNvPr>
          <p:cNvCxnSpPr>
            <a:cxnSpLocks/>
          </p:cNvCxnSpPr>
          <p:nvPr/>
        </p:nvCxnSpPr>
        <p:spPr>
          <a:xfrm flipH="1">
            <a:off x="7205045" y="3416185"/>
            <a:ext cx="1686816" cy="1553601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Bulle narrative : ronde 57">
            <a:extLst>
              <a:ext uri="{FF2B5EF4-FFF2-40B4-BE49-F238E27FC236}">
                <a16:creationId xmlns="" xmlns:a16="http://schemas.microsoft.com/office/drawing/2014/main" id="{9A63F8D0-EB8E-4341-9A4B-94C874E78265}"/>
              </a:ext>
            </a:extLst>
          </p:cNvPr>
          <p:cNvSpPr/>
          <p:nvPr/>
        </p:nvSpPr>
        <p:spPr>
          <a:xfrm>
            <a:off x="2668541" y="5998840"/>
            <a:ext cx="6624736" cy="715522"/>
          </a:xfrm>
          <a:prstGeom prst="wedgeEllipseCallout">
            <a:avLst>
              <a:gd name="adj1" fmla="val -22853"/>
              <a:gd name="adj2" fmla="val -61446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balance of the C1 account (RIB =123) is modified  the contents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are modified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4" name="Ellipse 58">
            <a:extLst>
              <a:ext uri="{FF2B5EF4-FFF2-40B4-BE49-F238E27FC236}">
                <a16:creationId xmlns="" xmlns:a16="http://schemas.microsoft.com/office/drawing/2014/main" id="{BCCB5E05-B8D0-404C-BAC2-A61767BD1D2A}"/>
              </a:ext>
            </a:extLst>
          </p:cNvPr>
          <p:cNvSpPr/>
          <p:nvPr/>
        </p:nvSpPr>
        <p:spPr>
          <a:xfrm>
            <a:off x="3532637" y="4642933"/>
            <a:ext cx="1793330" cy="12738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lèche : courbe vers le bas 59">
            <a:extLst>
              <a:ext uri="{FF2B5EF4-FFF2-40B4-BE49-F238E27FC236}">
                <a16:creationId xmlns="" xmlns:a16="http://schemas.microsoft.com/office/drawing/2014/main" id="{247FF6FB-0C65-4515-A1F1-CD5EFA006C6C}"/>
              </a:ext>
            </a:extLst>
          </p:cNvPr>
          <p:cNvSpPr/>
          <p:nvPr/>
        </p:nvSpPr>
        <p:spPr>
          <a:xfrm>
            <a:off x="2668541" y="2331564"/>
            <a:ext cx="4824536" cy="65257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Flèche : courbe vers le bas 60">
            <a:extLst>
              <a:ext uri="{FF2B5EF4-FFF2-40B4-BE49-F238E27FC236}">
                <a16:creationId xmlns="" xmlns:a16="http://schemas.microsoft.com/office/drawing/2014/main" id="{952EB510-BA5C-42C0-867D-F88CB08006C5}"/>
              </a:ext>
            </a:extLst>
          </p:cNvPr>
          <p:cNvSpPr/>
          <p:nvPr/>
        </p:nvSpPr>
        <p:spPr>
          <a:xfrm>
            <a:off x="3460629" y="2316411"/>
            <a:ext cx="4824536" cy="65257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Flèche : courbe vers le bas 61">
            <a:extLst>
              <a:ext uri="{FF2B5EF4-FFF2-40B4-BE49-F238E27FC236}">
                <a16:creationId xmlns="" xmlns:a16="http://schemas.microsoft.com/office/drawing/2014/main" id="{63CC5ECB-F9F5-4B97-9C88-016045386B55}"/>
              </a:ext>
            </a:extLst>
          </p:cNvPr>
          <p:cNvSpPr/>
          <p:nvPr/>
        </p:nvSpPr>
        <p:spPr>
          <a:xfrm>
            <a:off x="4324725" y="2316411"/>
            <a:ext cx="4824536" cy="65257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8" name="Bulle narrative : ronde 62">
            <a:extLst>
              <a:ext uri="{FF2B5EF4-FFF2-40B4-BE49-F238E27FC236}">
                <a16:creationId xmlns="" xmlns:a16="http://schemas.microsoft.com/office/drawing/2014/main" id="{4F51BFED-FE77-42FC-8F23-5326CC6A6601}"/>
              </a:ext>
            </a:extLst>
          </p:cNvPr>
          <p:cNvSpPr/>
          <p:nvPr/>
        </p:nvSpPr>
        <p:spPr>
          <a:xfrm>
            <a:off x="6196933" y="3876529"/>
            <a:ext cx="3616190" cy="1079561"/>
          </a:xfrm>
          <a:prstGeom prst="wedgeEllipseCallout">
            <a:avLst>
              <a:gd name="adj1" fmla="val -19278"/>
              <a:gd name="adj2" fmla="val -41567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FF0000"/>
                </a:solidFill>
              </a:rPr>
              <a:t>Copy </a:t>
            </a:r>
            <a:r>
              <a:rPr lang="fr-FR" b="1" dirty="0" smtClean="0">
                <a:solidFill>
                  <a:schemeClr val="tx1"/>
                </a:solidFill>
              </a:rPr>
              <a:t>the </a:t>
            </a:r>
            <a:r>
              <a:rPr lang="fr-FR" b="1" dirty="0" err="1" smtClean="0">
                <a:solidFill>
                  <a:schemeClr val="tx1"/>
                </a:solidFill>
              </a:rPr>
              <a:t>address</a:t>
            </a:r>
            <a:r>
              <a:rPr lang="fr-FR" b="1" dirty="0" smtClean="0">
                <a:solidFill>
                  <a:schemeClr val="tx1"/>
                </a:solidFill>
              </a:rPr>
              <a:t> </a:t>
            </a:r>
            <a:r>
              <a:rPr lang="fr-FR" dirty="0" smtClean="0">
                <a:sym typeface="Wingdings" panose="05000000000000000000" pitchFamily="2" charset="2"/>
              </a:rPr>
              <a:t>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Pointing </a:t>
            </a:r>
            <a:r>
              <a:rPr lang="en-US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to the same objects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9" name="Rectangle : avec coins arrondis en diagonale 46">
            <a:extLst>
              <a:ext uri="{FF2B5EF4-FFF2-40B4-BE49-F238E27FC236}">
                <a16:creationId xmlns="" xmlns:a16="http://schemas.microsoft.com/office/drawing/2014/main" id="{216FBD1F-275C-454F-AC87-55240F3EED11}"/>
              </a:ext>
            </a:extLst>
          </p:cNvPr>
          <p:cNvSpPr/>
          <p:nvPr/>
        </p:nvSpPr>
        <p:spPr>
          <a:xfrm>
            <a:off x="2236493" y="1397415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40" name="Rectangle : avec coins arrondis en diagonale 47">
            <a:extLst>
              <a:ext uri="{FF2B5EF4-FFF2-40B4-BE49-F238E27FC236}">
                <a16:creationId xmlns="" xmlns:a16="http://schemas.microsoft.com/office/drawing/2014/main" id="{4E7A4D2D-6658-4BDA-9E21-C1003AB6F3F9}"/>
              </a:ext>
            </a:extLst>
          </p:cNvPr>
          <p:cNvSpPr/>
          <p:nvPr/>
        </p:nvSpPr>
        <p:spPr>
          <a:xfrm>
            <a:off x="6982806" y="1387735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COPy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fr-FR"/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722034" y="665312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copy constructor</a:t>
            </a:r>
            <a:endParaRPr lang="fr-FR" sz="3300" b="1" dirty="0">
              <a:latin typeface="Calibri Light"/>
              <a:cs typeface="Calibri Light"/>
            </a:endParaRPr>
          </a:p>
          <a:p>
            <a:pPr marL="9525"/>
            <a:endParaRPr sz="3300" b="1" dirty="0">
              <a:latin typeface="Calibri Light"/>
              <a:cs typeface="Calibri Light"/>
            </a:endParaRPr>
          </a:p>
        </p:txBody>
      </p:sp>
      <p:sp>
        <p:nvSpPr>
          <p:cNvPr id="8" name="Rectangle : avec coins arrondis en diagonale 21">
            <a:extLst>
              <a:ext uri="{FF2B5EF4-FFF2-40B4-BE49-F238E27FC236}">
                <a16:creationId xmlns="" xmlns:a16="http://schemas.microsoft.com/office/drawing/2014/main" id="{4DF878B1-D998-43E2-A370-B70286A43A81}"/>
              </a:ext>
            </a:extLst>
          </p:cNvPr>
          <p:cNvSpPr/>
          <p:nvPr/>
        </p:nvSpPr>
        <p:spPr>
          <a:xfrm>
            <a:off x="908250" y="1673424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477849F-D2AE-4E42-A7B0-F6B460BED3E5}"/>
              </a:ext>
            </a:extLst>
          </p:cNvPr>
          <p:cNvSpPr/>
          <p:nvPr/>
        </p:nvSpPr>
        <p:spPr>
          <a:xfrm>
            <a:off x="857938" y="2044618"/>
            <a:ext cx="3950022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23">
            <a:extLst>
              <a:ext uri="{FF2B5EF4-FFF2-40B4-BE49-F238E27FC236}">
                <a16:creationId xmlns="" xmlns:a16="http://schemas.microsoft.com/office/drawing/2014/main" id="{7651A45F-3613-4233-8AD2-69ECEC8B56C5}"/>
              </a:ext>
            </a:extLst>
          </p:cNvPr>
          <p:cNvSpPr txBox="1"/>
          <p:nvPr/>
        </p:nvSpPr>
        <p:spPr>
          <a:xfrm>
            <a:off x="1022168" y="235837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Name: </a:t>
            </a:r>
            <a:r>
              <a:rPr lang="fr-FR" dirty="0"/>
              <a:t>«  »</a:t>
            </a:r>
          </a:p>
        </p:txBody>
      </p:sp>
      <p:sp>
        <p:nvSpPr>
          <p:cNvPr id="11" name="ZoneTexte 24">
            <a:extLst>
              <a:ext uri="{FF2B5EF4-FFF2-40B4-BE49-F238E27FC236}">
                <a16:creationId xmlns="" xmlns:a16="http://schemas.microsoft.com/office/drawing/2014/main" id="{76AD07DA-5CCA-4714-8B32-079D28051F03}"/>
              </a:ext>
            </a:extLst>
          </p:cNvPr>
          <p:cNvSpPr txBox="1"/>
          <p:nvPr/>
        </p:nvSpPr>
        <p:spPr>
          <a:xfrm>
            <a:off x="1022168" y="263711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12" name="ZoneTexte 25">
            <a:extLst>
              <a:ext uri="{FF2B5EF4-FFF2-40B4-BE49-F238E27FC236}">
                <a16:creationId xmlns="" xmlns:a16="http://schemas.microsoft.com/office/drawing/2014/main" id="{E713255B-59FC-4587-A272-543E8E7788CB}"/>
              </a:ext>
            </a:extLst>
          </p:cNvPr>
          <p:cNvSpPr txBox="1"/>
          <p:nvPr/>
        </p:nvSpPr>
        <p:spPr>
          <a:xfrm>
            <a:off x="1022168" y="299715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D2B9B35-4383-4DF7-B6E6-E4ADA020840A}"/>
              </a:ext>
            </a:extLst>
          </p:cNvPr>
          <p:cNvSpPr/>
          <p:nvPr/>
        </p:nvSpPr>
        <p:spPr>
          <a:xfrm>
            <a:off x="1676199" y="3029351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B4AE495-C91F-4114-AFBD-4605895102F5}"/>
              </a:ext>
            </a:extLst>
          </p:cNvPr>
          <p:cNvSpPr/>
          <p:nvPr/>
        </p:nvSpPr>
        <p:spPr>
          <a:xfrm>
            <a:off x="2589798" y="3029351"/>
            <a:ext cx="1032001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0C779B8-F99B-4AEE-B945-096C630F8215}"/>
              </a:ext>
            </a:extLst>
          </p:cNvPr>
          <p:cNvSpPr/>
          <p:nvPr/>
        </p:nvSpPr>
        <p:spPr>
          <a:xfrm>
            <a:off x="3594242" y="3029351"/>
            <a:ext cx="992951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6" name="Connecteur droit avec flèche 29">
            <a:extLst>
              <a:ext uri="{FF2B5EF4-FFF2-40B4-BE49-F238E27FC236}">
                <a16:creationId xmlns="" xmlns:a16="http://schemas.microsoft.com/office/drawing/2014/main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1814256" y="3448654"/>
            <a:ext cx="1925751" cy="15262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30">
            <a:extLst>
              <a:ext uri="{FF2B5EF4-FFF2-40B4-BE49-F238E27FC236}">
                <a16:creationId xmlns="" xmlns:a16="http://schemas.microsoft.com/office/drawing/2014/main" id="{85CE6A4D-6AC6-4F93-9A4F-44D15343D2D4}"/>
              </a:ext>
            </a:extLst>
          </p:cNvPr>
          <p:cNvCxnSpPr>
            <a:cxnSpLocks/>
          </p:cNvCxnSpPr>
          <p:nvPr/>
        </p:nvCxnSpPr>
        <p:spPr>
          <a:xfrm>
            <a:off x="2750360" y="3438491"/>
            <a:ext cx="2358993" cy="15443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31">
            <a:extLst>
              <a:ext uri="{FF2B5EF4-FFF2-40B4-BE49-F238E27FC236}">
                <a16:creationId xmlns="" xmlns:a16="http://schemas.microsoft.com/office/drawing/2014/main" id="{9F2C9CD2-17B2-48C6-85AC-5E5B4746044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686464" y="3438491"/>
            <a:ext cx="2826074" cy="155949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32">
            <a:extLst>
              <a:ext uri="{FF2B5EF4-FFF2-40B4-BE49-F238E27FC236}">
                <a16:creationId xmlns="" xmlns:a16="http://schemas.microsoft.com/office/drawing/2014/main" id="{20E6BF49-ED4F-494C-9DDD-D2259D3FB236}"/>
              </a:ext>
            </a:extLst>
          </p:cNvPr>
          <p:cNvSpPr txBox="1"/>
          <p:nvPr/>
        </p:nvSpPr>
        <p:spPr>
          <a:xfrm>
            <a:off x="3484802" y="4990639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0" name="ZoneTexte 33">
            <a:extLst>
              <a:ext uri="{FF2B5EF4-FFF2-40B4-BE49-F238E27FC236}">
                <a16:creationId xmlns="" xmlns:a16="http://schemas.microsoft.com/office/drawing/2014/main" id="{C598FC68-39F3-4994-A879-81CD883669C3}"/>
              </a:ext>
            </a:extLst>
          </p:cNvPr>
          <p:cNvSpPr txBox="1"/>
          <p:nvPr/>
        </p:nvSpPr>
        <p:spPr>
          <a:xfrm>
            <a:off x="4629042" y="4997986"/>
            <a:ext cx="126945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1" name="ZoneTexte 34">
            <a:extLst>
              <a:ext uri="{FF2B5EF4-FFF2-40B4-BE49-F238E27FC236}">
                <a16:creationId xmlns="" xmlns:a16="http://schemas.microsoft.com/office/drawing/2014/main" id="{4EB0F7D6-E3FC-4F59-8BA4-D887A2AAB3A1}"/>
              </a:ext>
            </a:extLst>
          </p:cNvPr>
          <p:cNvSpPr txBox="1"/>
          <p:nvPr/>
        </p:nvSpPr>
        <p:spPr>
          <a:xfrm>
            <a:off x="5974450" y="4997986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2" name="Rectangle : avec coins arrondis en diagonale 35">
            <a:extLst>
              <a:ext uri="{FF2B5EF4-FFF2-40B4-BE49-F238E27FC236}">
                <a16:creationId xmlns="" xmlns:a16="http://schemas.microsoft.com/office/drawing/2014/main" id="{55D626C0-5EB3-4156-84D4-E349D0951B18}"/>
              </a:ext>
            </a:extLst>
          </p:cNvPr>
          <p:cNvSpPr/>
          <p:nvPr/>
        </p:nvSpPr>
        <p:spPr>
          <a:xfrm>
            <a:off x="5636674" y="1673424"/>
            <a:ext cx="648072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E1795937-3AAD-4E35-9F69-6C534398C581}"/>
              </a:ext>
            </a:extLst>
          </p:cNvPr>
          <p:cNvSpPr/>
          <p:nvPr/>
        </p:nvSpPr>
        <p:spPr>
          <a:xfrm>
            <a:off x="5620884" y="2027397"/>
            <a:ext cx="3950022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37">
            <a:extLst>
              <a:ext uri="{FF2B5EF4-FFF2-40B4-BE49-F238E27FC236}">
                <a16:creationId xmlns="" xmlns:a16="http://schemas.microsoft.com/office/drawing/2014/main" id="{0AFE5F8B-72B4-49FA-9D88-9AF60CF8178C}"/>
              </a:ext>
            </a:extLst>
          </p:cNvPr>
          <p:cNvSpPr txBox="1"/>
          <p:nvPr/>
        </p:nvSpPr>
        <p:spPr>
          <a:xfrm>
            <a:off x="5785114" y="2341149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5" name="ZoneTexte 38">
            <a:extLst>
              <a:ext uri="{FF2B5EF4-FFF2-40B4-BE49-F238E27FC236}">
                <a16:creationId xmlns="" xmlns:a16="http://schemas.microsoft.com/office/drawing/2014/main" id="{AD004D35-8879-430C-AC4F-09664875FC04}"/>
              </a:ext>
            </a:extLst>
          </p:cNvPr>
          <p:cNvSpPr txBox="1"/>
          <p:nvPr/>
        </p:nvSpPr>
        <p:spPr>
          <a:xfrm>
            <a:off x="5785114" y="261989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</a:t>
            </a:r>
            <a:r>
              <a:rPr lang="fr-FR" dirty="0"/>
              <a:t>: «  »</a:t>
            </a:r>
          </a:p>
        </p:txBody>
      </p:sp>
      <p:sp>
        <p:nvSpPr>
          <p:cNvPr id="26" name="ZoneTexte 39">
            <a:extLst>
              <a:ext uri="{FF2B5EF4-FFF2-40B4-BE49-F238E27FC236}">
                <a16:creationId xmlns="" xmlns:a16="http://schemas.microsoft.com/office/drawing/2014/main" id="{E0470493-CB1D-497B-AA91-8166E19728AC}"/>
              </a:ext>
            </a:extLst>
          </p:cNvPr>
          <p:cNvSpPr txBox="1"/>
          <p:nvPr/>
        </p:nvSpPr>
        <p:spPr>
          <a:xfrm>
            <a:off x="5785114" y="297993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1FA1250E-58A6-46AD-AB3B-AF8263E237FC}"/>
              </a:ext>
            </a:extLst>
          </p:cNvPr>
          <p:cNvSpPr/>
          <p:nvPr/>
        </p:nvSpPr>
        <p:spPr>
          <a:xfrm>
            <a:off x="6439145" y="3012130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A9FE574C-644C-4E7D-9AF0-A0DC9F2F3223}"/>
              </a:ext>
            </a:extLst>
          </p:cNvPr>
          <p:cNvSpPr/>
          <p:nvPr/>
        </p:nvSpPr>
        <p:spPr>
          <a:xfrm>
            <a:off x="7352745" y="3012130"/>
            <a:ext cx="1134046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FFB68F3A-D1A8-4A16-A2C6-EC7EBC0F2457}"/>
              </a:ext>
            </a:extLst>
          </p:cNvPr>
          <p:cNvSpPr/>
          <p:nvPr/>
        </p:nvSpPr>
        <p:spPr>
          <a:xfrm>
            <a:off x="8490786" y="3012130"/>
            <a:ext cx="990030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30" name="Connecteur droit avec flèche 43">
            <a:extLst>
              <a:ext uri="{FF2B5EF4-FFF2-40B4-BE49-F238E27FC236}">
                <a16:creationId xmlns="" xmlns:a16="http://schemas.microsoft.com/office/drawing/2014/main" id="{BB51B582-4879-4BA8-A59A-931C3A5AC4D0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4022890" y="3431433"/>
            <a:ext cx="2554312" cy="1559206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44">
            <a:extLst>
              <a:ext uri="{FF2B5EF4-FFF2-40B4-BE49-F238E27FC236}">
                <a16:creationId xmlns="" xmlns:a16="http://schemas.microsoft.com/office/drawing/2014/main" id="{94B5F72A-6C40-48EC-80F4-B9538F36E392}"/>
              </a:ext>
            </a:extLst>
          </p:cNvPr>
          <p:cNvCxnSpPr>
            <a:cxnSpLocks/>
          </p:cNvCxnSpPr>
          <p:nvPr/>
        </p:nvCxnSpPr>
        <p:spPr>
          <a:xfrm flipH="1">
            <a:off x="5583503" y="3421270"/>
            <a:ext cx="1929803" cy="1553601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45">
            <a:extLst>
              <a:ext uri="{FF2B5EF4-FFF2-40B4-BE49-F238E27FC236}">
                <a16:creationId xmlns="" xmlns:a16="http://schemas.microsoft.com/office/drawing/2014/main" id="{FEA5654A-0FB1-4801-8301-A7077D46084C}"/>
              </a:ext>
            </a:extLst>
          </p:cNvPr>
          <p:cNvCxnSpPr>
            <a:cxnSpLocks/>
          </p:cNvCxnSpPr>
          <p:nvPr/>
        </p:nvCxnSpPr>
        <p:spPr>
          <a:xfrm flipH="1">
            <a:off x="6762594" y="3421270"/>
            <a:ext cx="1686816" cy="1553601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Bulle narrative : ronde 57">
            <a:extLst>
              <a:ext uri="{FF2B5EF4-FFF2-40B4-BE49-F238E27FC236}">
                <a16:creationId xmlns="" xmlns:a16="http://schemas.microsoft.com/office/drawing/2014/main" id="{9A63F8D0-EB8E-4341-9A4B-94C874E78265}"/>
              </a:ext>
            </a:extLst>
          </p:cNvPr>
          <p:cNvSpPr/>
          <p:nvPr/>
        </p:nvSpPr>
        <p:spPr>
          <a:xfrm>
            <a:off x="3496026" y="3977680"/>
            <a:ext cx="3410584" cy="887906"/>
          </a:xfrm>
          <a:prstGeom prst="wedgeEllipseCallout">
            <a:avLst>
              <a:gd name="adj1" fmla="val -19278"/>
              <a:gd name="adj2" fmla="val -41567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two copies must be </a:t>
            </a:r>
            <a:r>
              <a:rPr lang="en-US" dirty="0" smtClean="0">
                <a:solidFill>
                  <a:srgbClr val="FF0000"/>
                </a:solidFill>
              </a:rPr>
              <a:t>independent</a:t>
            </a:r>
            <a:r>
              <a:rPr lang="fr-FR" b="1" dirty="0" smtClean="0">
                <a:solidFill>
                  <a:srgbClr val="FF0000"/>
                </a:solidFill>
              </a:rPr>
              <a:t>!!!!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="" xmlns:a16="http://schemas.microsoft.com/office/drawing/2014/main" id="{8869696E-DDFD-4492-9B69-6BB1F7AE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1935093" y="4240214"/>
            <a:ext cx="1185725" cy="11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 : carré corné 47">
            <a:extLst>
              <a:ext uri="{FF2B5EF4-FFF2-40B4-BE49-F238E27FC236}">
                <a16:creationId xmlns="" xmlns:a16="http://schemas.microsoft.com/office/drawing/2014/main" id="{4E7B10A9-23F6-4A4E-AC91-095AADE0AD1B}"/>
              </a:ext>
            </a:extLst>
          </p:cNvPr>
          <p:cNvSpPr/>
          <p:nvPr/>
        </p:nvSpPr>
        <p:spPr>
          <a:xfrm>
            <a:off x="3738258" y="5962346"/>
            <a:ext cx="4824536" cy="711373"/>
          </a:xfrm>
          <a:prstGeom prst="foldedCorner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Create a new copy of each object pointed to in the copied object</a:t>
            </a:r>
            <a:endParaRPr lang="fr-FR" dirty="0"/>
          </a:p>
        </p:txBody>
      </p:sp>
      <p:pic>
        <p:nvPicPr>
          <p:cNvPr id="36" name="Picture 4">
            <a:extLst>
              <a:ext uri="{FF2B5EF4-FFF2-40B4-BE49-F238E27FC236}">
                <a16:creationId xmlns="" xmlns:a16="http://schemas.microsoft.com/office/drawing/2014/main" id="{96D6934B-6ABD-4CC5-A2BA-07774FAFF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42114" y="5720678"/>
            <a:ext cx="1447979" cy="113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 : avec coins arrondis en diagonale 49">
            <a:extLst>
              <a:ext uri="{FF2B5EF4-FFF2-40B4-BE49-F238E27FC236}">
                <a16:creationId xmlns="" xmlns:a16="http://schemas.microsoft.com/office/drawing/2014/main" id="{C6C19B1F-6371-468F-B3B3-0A071C8CB058}"/>
              </a:ext>
            </a:extLst>
          </p:cNvPr>
          <p:cNvSpPr/>
          <p:nvPr/>
        </p:nvSpPr>
        <p:spPr>
          <a:xfrm>
            <a:off x="1794042" y="1402500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38" name="Rectangle : avec coins arrondis en diagonale 50">
            <a:extLst>
              <a:ext uri="{FF2B5EF4-FFF2-40B4-BE49-F238E27FC236}">
                <a16:creationId xmlns="" xmlns:a16="http://schemas.microsoft.com/office/drawing/2014/main" id="{290D99AD-B9C3-4324-BE56-7C4938CE12E9}"/>
              </a:ext>
            </a:extLst>
          </p:cNvPr>
          <p:cNvSpPr/>
          <p:nvPr/>
        </p:nvSpPr>
        <p:spPr>
          <a:xfrm>
            <a:off x="6540355" y="1392820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COPY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fr-FR"/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765642" y="665312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9" name="Rectangle : avec coins arrondis en diagonale 21">
            <a:extLst>
              <a:ext uri="{FF2B5EF4-FFF2-40B4-BE49-F238E27FC236}">
                <a16:creationId xmlns="" xmlns:a16="http://schemas.microsoft.com/office/drawing/2014/main" id="{4DF878B1-D998-43E2-A370-B70286A43A81}"/>
              </a:ext>
            </a:extLst>
          </p:cNvPr>
          <p:cNvSpPr/>
          <p:nvPr/>
        </p:nvSpPr>
        <p:spPr>
          <a:xfrm>
            <a:off x="1085231" y="1673424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477849F-D2AE-4E42-A7B0-F6B460BED3E5}"/>
              </a:ext>
            </a:extLst>
          </p:cNvPr>
          <p:cNvSpPr/>
          <p:nvPr/>
        </p:nvSpPr>
        <p:spPr>
          <a:xfrm>
            <a:off x="1034919" y="2044618"/>
            <a:ext cx="3950022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23">
            <a:extLst>
              <a:ext uri="{FF2B5EF4-FFF2-40B4-BE49-F238E27FC236}">
                <a16:creationId xmlns="" xmlns:a16="http://schemas.microsoft.com/office/drawing/2014/main" id="{7651A45F-3613-4233-8AD2-69ECEC8B56C5}"/>
              </a:ext>
            </a:extLst>
          </p:cNvPr>
          <p:cNvSpPr txBox="1"/>
          <p:nvPr/>
        </p:nvSpPr>
        <p:spPr>
          <a:xfrm>
            <a:off x="1199149" y="235837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Name: </a:t>
            </a:r>
            <a:r>
              <a:rPr lang="fr-FR" dirty="0"/>
              <a:t>«  »</a:t>
            </a:r>
          </a:p>
        </p:txBody>
      </p:sp>
      <p:sp>
        <p:nvSpPr>
          <p:cNvPr id="12" name="ZoneTexte 24">
            <a:extLst>
              <a:ext uri="{FF2B5EF4-FFF2-40B4-BE49-F238E27FC236}">
                <a16:creationId xmlns="" xmlns:a16="http://schemas.microsoft.com/office/drawing/2014/main" id="{76AD07DA-5CCA-4714-8B32-079D28051F03}"/>
              </a:ext>
            </a:extLst>
          </p:cNvPr>
          <p:cNvSpPr txBox="1"/>
          <p:nvPr/>
        </p:nvSpPr>
        <p:spPr>
          <a:xfrm>
            <a:off x="1199149" y="2637111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13" name="ZoneTexte 25">
            <a:extLst>
              <a:ext uri="{FF2B5EF4-FFF2-40B4-BE49-F238E27FC236}">
                <a16:creationId xmlns="" xmlns:a16="http://schemas.microsoft.com/office/drawing/2014/main" id="{E713255B-59FC-4587-A272-543E8E7788CB}"/>
              </a:ext>
            </a:extLst>
          </p:cNvPr>
          <p:cNvSpPr txBox="1"/>
          <p:nvPr/>
        </p:nvSpPr>
        <p:spPr>
          <a:xfrm>
            <a:off x="1199149" y="2997151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DD2B9B35-4383-4DF7-B6E6-E4ADA020840A}"/>
              </a:ext>
            </a:extLst>
          </p:cNvPr>
          <p:cNvSpPr/>
          <p:nvPr/>
        </p:nvSpPr>
        <p:spPr>
          <a:xfrm>
            <a:off x="1853180" y="3029351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B4AE495-C91F-4114-AFBD-4605895102F5}"/>
              </a:ext>
            </a:extLst>
          </p:cNvPr>
          <p:cNvSpPr/>
          <p:nvPr/>
        </p:nvSpPr>
        <p:spPr>
          <a:xfrm>
            <a:off x="2766779" y="3029351"/>
            <a:ext cx="104914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0C779B8-F99B-4AEE-B945-096C630F8215}"/>
              </a:ext>
            </a:extLst>
          </p:cNvPr>
          <p:cNvSpPr/>
          <p:nvPr/>
        </p:nvSpPr>
        <p:spPr>
          <a:xfrm>
            <a:off x="3771223" y="3029351"/>
            <a:ext cx="936095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7" name="Connecteur droit avec flèche 29">
            <a:extLst>
              <a:ext uri="{FF2B5EF4-FFF2-40B4-BE49-F238E27FC236}">
                <a16:creationId xmlns="" xmlns:a16="http://schemas.microsoft.com/office/drawing/2014/main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2115039" y="3448654"/>
            <a:ext cx="0" cy="9838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30">
            <a:extLst>
              <a:ext uri="{FF2B5EF4-FFF2-40B4-BE49-F238E27FC236}">
                <a16:creationId xmlns="" xmlns:a16="http://schemas.microsoft.com/office/drawing/2014/main" id="{85CE6A4D-6AC6-4F93-9A4F-44D15343D2D4}"/>
              </a:ext>
            </a:extLst>
          </p:cNvPr>
          <p:cNvCxnSpPr>
            <a:cxnSpLocks/>
          </p:cNvCxnSpPr>
          <p:nvPr/>
        </p:nvCxnSpPr>
        <p:spPr>
          <a:xfrm>
            <a:off x="4203271" y="3473624"/>
            <a:ext cx="0" cy="94937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31">
            <a:extLst>
              <a:ext uri="{FF2B5EF4-FFF2-40B4-BE49-F238E27FC236}">
                <a16:creationId xmlns="" xmlns:a16="http://schemas.microsoft.com/office/drawing/2014/main" id="{9F2C9CD2-17B2-48C6-85AC-5E5B47460443}"/>
              </a:ext>
            </a:extLst>
          </p:cNvPr>
          <p:cNvCxnSpPr>
            <a:cxnSpLocks/>
          </p:cNvCxnSpPr>
          <p:nvPr/>
        </p:nvCxnSpPr>
        <p:spPr>
          <a:xfrm>
            <a:off x="3195159" y="3471232"/>
            <a:ext cx="0" cy="9612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32">
            <a:extLst>
              <a:ext uri="{FF2B5EF4-FFF2-40B4-BE49-F238E27FC236}">
                <a16:creationId xmlns="" xmlns:a16="http://schemas.microsoft.com/office/drawing/2014/main" id="{20E6BF49-ED4F-494C-9DDD-D2259D3FB236}"/>
              </a:ext>
            </a:extLst>
          </p:cNvPr>
          <p:cNvSpPr txBox="1"/>
          <p:nvPr/>
        </p:nvSpPr>
        <p:spPr>
          <a:xfrm>
            <a:off x="1326284" y="4479033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21" name="ZoneTexte 33">
            <a:extLst>
              <a:ext uri="{FF2B5EF4-FFF2-40B4-BE49-F238E27FC236}">
                <a16:creationId xmlns="" xmlns:a16="http://schemas.microsoft.com/office/drawing/2014/main" id="{C598FC68-39F3-4994-A879-81CD883669C3}"/>
              </a:ext>
            </a:extLst>
          </p:cNvPr>
          <p:cNvSpPr txBox="1"/>
          <p:nvPr/>
        </p:nvSpPr>
        <p:spPr>
          <a:xfrm>
            <a:off x="2470854" y="4471196"/>
            <a:ext cx="127306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22" name="ZoneTexte 34">
            <a:extLst>
              <a:ext uri="{FF2B5EF4-FFF2-40B4-BE49-F238E27FC236}">
                <a16:creationId xmlns="" xmlns:a16="http://schemas.microsoft.com/office/drawing/2014/main" id="{4EB0F7D6-E3FC-4F59-8BA4-D887A2AAB3A1}"/>
              </a:ext>
            </a:extLst>
          </p:cNvPr>
          <p:cNvSpPr txBox="1"/>
          <p:nvPr/>
        </p:nvSpPr>
        <p:spPr>
          <a:xfrm>
            <a:off x="3815932" y="4486380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23" name="Rectangle : avec coins arrondis en diagonale 35">
            <a:extLst>
              <a:ext uri="{FF2B5EF4-FFF2-40B4-BE49-F238E27FC236}">
                <a16:creationId xmlns="" xmlns:a16="http://schemas.microsoft.com/office/drawing/2014/main" id="{55D626C0-5EB3-4156-84D4-E349D0951B18}"/>
              </a:ext>
            </a:extLst>
          </p:cNvPr>
          <p:cNvSpPr/>
          <p:nvPr/>
        </p:nvSpPr>
        <p:spPr>
          <a:xfrm>
            <a:off x="9046721" y="1664161"/>
            <a:ext cx="648072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E1795937-3AAD-4E35-9F69-6C534398C581}"/>
              </a:ext>
            </a:extLst>
          </p:cNvPr>
          <p:cNvSpPr/>
          <p:nvPr/>
        </p:nvSpPr>
        <p:spPr>
          <a:xfrm>
            <a:off x="5783007" y="2027397"/>
            <a:ext cx="3964880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37">
            <a:extLst>
              <a:ext uri="{FF2B5EF4-FFF2-40B4-BE49-F238E27FC236}">
                <a16:creationId xmlns="" xmlns:a16="http://schemas.microsoft.com/office/drawing/2014/main" id="{0AFE5F8B-72B4-49FA-9D88-9AF60CF8178C}"/>
              </a:ext>
            </a:extLst>
          </p:cNvPr>
          <p:cNvSpPr txBox="1"/>
          <p:nvPr/>
        </p:nvSpPr>
        <p:spPr>
          <a:xfrm>
            <a:off x="5962095" y="2341149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6" name="ZoneTexte 38">
            <a:extLst>
              <a:ext uri="{FF2B5EF4-FFF2-40B4-BE49-F238E27FC236}">
                <a16:creationId xmlns="" xmlns:a16="http://schemas.microsoft.com/office/drawing/2014/main" id="{AD004D35-8879-430C-AC4F-09664875FC04}"/>
              </a:ext>
            </a:extLst>
          </p:cNvPr>
          <p:cNvSpPr txBox="1"/>
          <p:nvPr/>
        </p:nvSpPr>
        <p:spPr>
          <a:xfrm>
            <a:off x="5962095" y="261989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</a:t>
            </a:r>
            <a:r>
              <a:rPr lang="fr-FR" dirty="0"/>
              <a:t>: «  »</a:t>
            </a:r>
          </a:p>
        </p:txBody>
      </p:sp>
      <p:sp>
        <p:nvSpPr>
          <p:cNvPr id="27" name="ZoneTexte 39">
            <a:extLst>
              <a:ext uri="{FF2B5EF4-FFF2-40B4-BE49-F238E27FC236}">
                <a16:creationId xmlns="" xmlns:a16="http://schemas.microsoft.com/office/drawing/2014/main" id="{E0470493-CB1D-497B-AA91-8166E19728AC}"/>
              </a:ext>
            </a:extLst>
          </p:cNvPr>
          <p:cNvSpPr txBox="1"/>
          <p:nvPr/>
        </p:nvSpPr>
        <p:spPr>
          <a:xfrm>
            <a:off x="5962095" y="297993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1FA1250E-58A6-46AD-AB3B-AF8263E237FC}"/>
              </a:ext>
            </a:extLst>
          </p:cNvPr>
          <p:cNvSpPr/>
          <p:nvPr/>
        </p:nvSpPr>
        <p:spPr>
          <a:xfrm>
            <a:off x="6616126" y="3012130"/>
            <a:ext cx="913599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C11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A9FE574C-644C-4E7D-9AF0-A0DC9F2F3223}"/>
              </a:ext>
            </a:extLst>
          </p:cNvPr>
          <p:cNvSpPr/>
          <p:nvPr/>
        </p:nvSpPr>
        <p:spPr>
          <a:xfrm>
            <a:off x="7529726" y="3012130"/>
            <a:ext cx="936104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CC11</a:t>
            </a:r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FFB68F3A-D1A8-4A16-A2C6-EC7EBC0F2457}"/>
              </a:ext>
            </a:extLst>
          </p:cNvPr>
          <p:cNvSpPr/>
          <p:nvPr/>
        </p:nvSpPr>
        <p:spPr>
          <a:xfrm>
            <a:off x="8465829" y="3012130"/>
            <a:ext cx="1008111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CE1</a:t>
            </a:r>
            <a:endParaRPr lang="fr-FR" dirty="0"/>
          </a:p>
        </p:txBody>
      </p:sp>
      <p:cxnSp>
        <p:nvCxnSpPr>
          <p:cNvPr id="31" name="Connecteur droit avec flèche 55">
            <a:extLst>
              <a:ext uri="{FF2B5EF4-FFF2-40B4-BE49-F238E27FC236}">
                <a16:creationId xmlns="" xmlns:a16="http://schemas.microsoft.com/office/drawing/2014/main" id="{FA16F382-533D-48DB-A4E1-6F99301BDA90}"/>
              </a:ext>
            </a:extLst>
          </p:cNvPr>
          <p:cNvCxnSpPr>
            <a:cxnSpLocks/>
          </p:cNvCxnSpPr>
          <p:nvPr/>
        </p:nvCxnSpPr>
        <p:spPr>
          <a:xfrm flipH="1">
            <a:off x="5725227" y="3532366"/>
            <a:ext cx="1081087" cy="98386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56">
            <a:extLst>
              <a:ext uri="{FF2B5EF4-FFF2-40B4-BE49-F238E27FC236}">
                <a16:creationId xmlns="" xmlns:a16="http://schemas.microsoft.com/office/drawing/2014/main" id="{58B87F31-B234-4FEA-8590-3D29BC3DF1D1}"/>
              </a:ext>
            </a:extLst>
          </p:cNvPr>
          <p:cNvCxnSpPr>
            <a:cxnSpLocks/>
          </p:cNvCxnSpPr>
          <p:nvPr/>
        </p:nvCxnSpPr>
        <p:spPr>
          <a:xfrm>
            <a:off x="9024474" y="3532366"/>
            <a:ext cx="0" cy="94937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58">
            <a:extLst>
              <a:ext uri="{FF2B5EF4-FFF2-40B4-BE49-F238E27FC236}">
                <a16:creationId xmlns="" xmlns:a16="http://schemas.microsoft.com/office/drawing/2014/main" id="{4E818B69-36FA-4A54-B27A-6A31AF9FD199}"/>
              </a:ext>
            </a:extLst>
          </p:cNvPr>
          <p:cNvCxnSpPr>
            <a:cxnSpLocks/>
          </p:cNvCxnSpPr>
          <p:nvPr/>
        </p:nvCxnSpPr>
        <p:spPr>
          <a:xfrm>
            <a:off x="7731663" y="3520454"/>
            <a:ext cx="0" cy="961282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59">
            <a:extLst>
              <a:ext uri="{FF2B5EF4-FFF2-40B4-BE49-F238E27FC236}">
                <a16:creationId xmlns="" xmlns:a16="http://schemas.microsoft.com/office/drawing/2014/main" id="{438A201C-C8C3-404F-8076-BD16333CB981}"/>
              </a:ext>
            </a:extLst>
          </p:cNvPr>
          <p:cNvSpPr txBox="1"/>
          <p:nvPr/>
        </p:nvSpPr>
        <p:spPr>
          <a:xfrm>
            <a:off x="5355399" y="4486583"/>
            <a:ext cx="1443773" cy="132343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C11</a:t>
            </a:r>
            <a:endParaRPr lang="fr-FR" sz="4000" b="1" dirty="0"/>
          </a:p>
        </p:txBody>
      </p:sp>
      <p:sp>
        <p:nvSpPr>
          <p:cNvPr id="35" name="ZoneTexte 60">
            <a:extLst>
              <a:ext uri="{FF2B5EF4-FFF2-40B4-BE49-F238E27FC236}">
                <a16:creationId xmlns="" xmlns:a16="http://schemas.microsoft.com/office/drawing/2014/main" id="{9EA5C9C4-A98B-43F1-B0CB-F95917B23189}"/>
              </a:ext>
            </a:extLst>
          </p:cNvPr>
          <p:cNvSpPr txBox="1"/>
          <p:nvPr/>
        </p:nvSpPr>
        <p:spPr>
          <a:xfrm>
            <a:off x="6867566" y="4481736"/>
            <a:ext cx="1634725" cy="132343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CC11</a:t>
            </a:r>
            <a:endParaRPr lang="fr-FR" sz="4000" b="1" dirty="0"/>
          </a:p>
        </p:txBody>
      </p:sp>
      <p:sp>
        <p:nvSpPr>
          <p:cNvPr id="36" name="ZoneTexte 61">
            <a:extLst>
              <a:ext uri="{FF2B5EF4-FFF2-40B4-BE49-F238E27FC236}">
                <a16:creationId xmlns="" xmlns:a16="http://schemas.microsoft.com/office/drawing/2014/main" id="{9B822D6E-463F-4AE9-8C82-C938753C8341}"/>
              </a:ext>
            </a:extLst>
          </p:cNvPr>
          <p:cNvSpPr txBox="1"/>
          <p:nvPr/>
        </p:nvSpPr>
        <p:spPr>
          <a:xfrm>
            <a:off x="8574303" y="4493930"/>
            <a:ext cx="1389608" cy="132343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CE1</a:t>
            </a:r>
            <a:endParaRPr lang="fr-FR" sz="4000" b="1" dirty="0"/>
          </a:p>
        </p:txBody>
      </p:sp>
      <p:sp>
        <p:nvSpPr>
          <p:cNvPr id="38" name="Flèche : courbe vers le haut 43">
            <a:extLst>
              <a:ext uri="{FF2B5EF4-FFF2-40B4-BE49-F238E27FC236}">
                <a16:creationId xmlns="" xmlns:a16="http://schemas.microsoft.com/office/drawing/2014/main" id="{96C6A84C-3525-4657-BF45-FF58700302CF}"/>
              </a:ext>
            </a:extLst>
          </p:cNvPr>
          <p:cNvSpPr/>
          <p:nvPr/>
        </p:nvSpPr>
        <p:spPr>
          <a:xfrm>
            <a:off x="1610983" y="5115600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9" name="Flèche : courbe vers le haut 44">
            <a:extLst>
              <a:ext uri="{FF2B5EF4-FFF2-40B4-BE49-F238E27FC236}">
                <a16:creationId xmlns="" xmlns:a16="http://schemas.microsoft.com/office/drawing/2014/main" id="{45C014D0-231C-4696-AB5C-3B2C7B952982}"/>
              </a:ext>
            </a:extLst>
          </p:cNvPr>
          <p:cNvSpPr/>
          <p:nvPr/>
        </p:nvSpPr>
        <p:spPr>
          <a:xfrm>
            <a:off x="3123151" y="5129808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0" name="Flèche : courbe vers le haut 45">
            <a:extLst>
              <a:ext uri="{FF2B5EF4-FFF2-40B4-BE49-F238E27FC236}">
                <a16:creationId xmlns="" xmlns:a16="http://schemas.microsoft.com/office/drawing/2014/main" id="{E4D7DF92-3337-490E-920F-42B7CB722B4F}"/>
              </a:ext>
            </a:extLst>
          </p:cNvPr>
          <p:cNvSpPr/>
          <p:nvPr/>
        </p:nvSpPr>
        <p:spPr>
          <a:xfrm>
            <a:off x="4419295" y="5162080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1" name="Ruban : incliné vers le haut 46">
            <a:extLst>
              <a:ext uri="{FF2B5EF4-FFF2-40B4-BE49-F238E27FC236}">
                <a16:creationId xmlns="" xmlns:a16="http://schemas.microsoft.com/office/drawing/2014/main" id="{FD2F48EB-A693-40AD-AC61-164F3FE385E1}"/>
              </a:ext>
            </a:extLst>
          </p:cNvPr>
          <p:cNvSpPr/>
          <p:nvPr/>
        </p:nvSpPr>
        <p:spPr>
          <a:xfrm>
            <a:off x="4623944" y="1817440"/>
            <a:ext cx="1379527" cy="338621"/>
          </a:xfrm>
          <a:prstGeom prst="ribbon2">
            <a:avLst/>
          </a:prstGeom>
          <a:ln>
            <a:solidFill>
              <a:srgbClr val="FF0000"/>
            </a:solidFill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/>
              <a:t> D=A</a:t>
            </a:r>
          </a:p>
          <a:p>
            <a:pPr algn="ctr"/>
            <a:endParaRPr lang="fr-FR" dirty="0"/>
          </a:p>
        </p:txBody>
      </p:sp>
      <p:sp>
        <p:nvSpPr>
          <p:cNvPr id="42" name="Rectangle : avec coins arrondis en diagonale 47">
            <a:extLst>
              <a:ext uri="{FF2B5EF4-FFF2-40B4-BE49-F238E27FC236}">
                <a16:creationId xmlns="" xmlns:a16="http://schemas.microsoft.com/office/drawing/2014/main" id="{34C4FCCE-CDF8-496D-B00D-7AC3DF61C343}"/>
              </a:ext>
            </a:extLst>
          </p:cNvPr>
          <p:cNvSpPr/>
          <p:nvPr/>
        </p:nvSpPr>
        <p:spPr>
          <a:xfrm>
            <a:off x="1820792" y="1385392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43" name="Rectangle : avec coins arrondis en diagonale 48">
            <a:extLst>
              <a:ext uri="{FF2B5EF4-FFF2-40B4-BE49-F238E27FC236}">
                <a16:creationId xmlns="" xmlns:a16="http://schemas.microsoft.com/office/drawing/2014/main" id="{BD38B3FC-C8A8-4E8C-950C-8B9B4BBA0B51}"/>
              </a:ext>
            </a:extLst>
          </p:cNvPr>
          <p:cNvSpPr/>
          <p:nvPr/>
        </p:nvSpPr>
        <p:spPr>
          <a:xfrm>
            <a:off x="6492720" y="1310376"/>
            <a:ext cx="2535087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fr-FR"/>
          </a:p>
        </p:txBody>
      </p:sp>
      <p:pic>
        <p:nvPicPr>
          <p:cNvPr id="5" name="Image 5">
            <a:extLst>
              <a:ext uri="{FF2B5EF4-FFF2-40B4-BE49-F238E27FC236}">
                <a16:creationId xmlns="" xmlns:a16="http://schemas.microsoft.com/office/drawing/2014/main" id="{C92619F1-DD8A-44BC-82C9-7E926F88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48" y="2300748"/>
            <a:ext cx="6876256" cy="3920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647655" y="665312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9" name="Rectangle : avec coins arrondis en diagonale 62">
            <a:extLst>
              <a:ext uri="{FF2B5EF4-FFF2-40B4-BE49-F238E27FC236}">
                <a16:creationId xmlns="" xmlns:a16="http://schemas.microsoft.com/office/drawing/2014/main" id="{C0E52498-55C6-4D05-9314-FE567B3D4354}"/>
              </a:ext>
            </a:extLst>
          </p:cNvPr>
          <p:cNvSpPr/>
          <p:nvPr/>
        </p:nvSpPr>
        <p:spPr>
          <a:xfrm>
            <a:off x="846988" y="2825552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sp>
        <p:nvSpPr>
          <p:cNvPr id="10" name="Rectangle : avec coins arrondis en diagonale 63">
            <a:extLst>
              <a:ext uri="{FF2B5EF4-FFF2-40B4-BE49-F238E27FC236}">
                <a16:creationId xmlns="" xmlns:a16="http://schemas.microsoft.com/office/drawing/2014/main" id="{985E28C5-D50E-46E0-A145-EE3869C4FF52}"/>
              </a:ext>
            </a:extLst>
          </p:cNvPr>
          <p:cNvSpPr/>
          <p:nvPr/>
        </p:nvSpPr>
        <p:spPr>
          <a:xfrm>
            <a:off x="844924" y="1457400"/>
            <a:ext cx="1813118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bank.h</a:t>
            </a:r>
            <a:endParaRPr lang="fr-FR" sz="2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52FF8BB-7650-460D-9B15-504954D426E9}"/>
              </a:ext>
            </a:extLst>
          </p:cNvPr>
          <p:cNvSpPr/>
          <p:nvPr/>
        </p:nvSpPr>
        <p:spPr>
          <a:xfrm>
            <a:off x="3423470" y="2882107"/>
            <a:ext cx="6313934" cy="301990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Bulle narrative : ronde 65">
            <a:extLst>
              <a:ext uri="{FF2B5EF4-FFF2-40B4-BE49-F238E27FC236}">
                <a16:creationId xmlns="" xmlns:a16="http://schemas.microsoft.com/office/drawing/2014/main" id="{C677E6E6-16D0-4EF2-A66B-D8CAF4685F4F}"/>
              </a:ext>
            </a:extLst>
          </p:cNvPr>
          <p:cNvSpPr/>
          <p:nvPr/>
        </p:nvSpPr>
        <p:spPr>
          <a:xfrm>
            <a:off x="844924" y="4677528"/>
            <a:ext cx="2160240" cy="1172360"/>
          </a:xfrm>
          <a:prstGeom prst="wedgeEllipseCallout">
            <a:avLst>
              <a:gd name="adj1" fmla="val 63860"/>
              <a:gd name="adj2" fmla="val -93592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Creation</a:t>
            </a:r>
            <a:r>
              <a:rPr lang="fr-FR" dirty="0" smtClean="0"/>
              <a:t> of new copies</a:t>
            </a:r>
            <a:endParaRPr lang="fr-FR" b="1" dirty="0">
              <a:solidFill>
                <a:srgbClr val="FF0000"/>
              </a:solidFill>
            </a:endParaRPr>
          </a:p>
        </p:txBody>
      </p:sp>
      <p:pic>
        <p:nvPicPr>
          <p:cNvPr id="13" name="Image 3">
            <a:extLst>
              <a:ext uri="{FF2B5EF4-FFF2-40B4-BE49-F238E27FC236}">
                <a16:creationId xmlns="" xmlns:a16="http://schemas.microsoft.com/office/drawing/2014/main" id="{5497ED6F-BCE8-4E28-8E9A-394E9D00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148" y="1358244"/>
            <a:ext cx="4314825" cy="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ectangle : avec coins arrondis en diagonale 12">
            <a:extLst>
              <a:ext uri="{FF2B5EF4-FFF2-40B4-BE49-F238E27FC236}">
                <a16:creationId xmlns="" xmlns:a16="http://schemas.microsoft.com/office/drawing/2014/main" id="{6359610C-6B47-468E-9D33-56ABA4150D85}"/>
              </a:ext>
            </a:extLst>
          </p:cNvPr>
          <p:cNvSpPr/>
          <p:nvPr/>
        </p:nvSpPr>
        <p:spPr>
          <a:xfrm>
            <a:off x="6003048" y="5921896"/>
            <a:ext cx="3410828" cy="36512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Constructor</a:t>
            </a:r>
            <a:r>
              <a:rPr lang="fr-FR" sz="2400" b="1" dirty="0" smtClean="0"/>
              <a:t> by copy</a:t>
            </a:r>
            <a:endParaRPr lang="fr-FR" sz="2400" b="1" dirty="0"/>
          </a:p>
        </p:txBody>
      </p:sp>
      <p:sp>
        <p:nvSpPr>
          <p:cNvPr id="15" name="Rectangle : avec coins arrondis en diagonale 13">
            <a:extLst>
              <a:ext uri="{FF2B5EF4-FFF2-40B4-BE49-F238E27FC236}">
                <a16:creationId xmlns="" xmlns:a16="http://schemas.microsoft.com/office/drawing/2014/main" id="{C3400776-CB6C-4E3F-B376-3746DC5A6BDA}"/>
              </a:ext>
            </a:extLst>
          </p:cNvPr>
          <p:cNvSpPr/>
          <p:nvPr/>
        </p:nvSpPr>
        <p:spPr>
          <a:xfrm>
            <a:off x="2357092" y="6281936"/>
            <a:ext cx="3410828" cy="36512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/>
              <a:t>Expl</a:t>
            </a:r>
            <a:r>
              <a:rPr lang="fr-FR" sz="2400" b="1" dirty="0"/>
              <a:t> :  A = B =C 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fr-FR"/>
          </a:p>
        </p:txBody>
      </p:sp>
      <p:pic>
        <p:nvPicPr>
          <p:cNvPr id="5" name="Image 3">
            <a:extLst>
              <a:ext uri="{FF2B5EF4-FFF2-40B4-BE49-F238E27FC236}">
                <a16:creationId xmlns="" xmlns:a16="http://schemas.microsoft.com/office/drawing/2014/main" id="{CD6ACFFD-8785-4090-8DAF-92EAA8BE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019" y="3473624"/>
            <a:ext cx="6411937" cy="3331910"/>
          </a:xfrm>
          <a:prstGeom prst="rect">
            <a:avLst/>
          </a:prstGeom>
        </p:spPr>
      </p:pic>
      <p:pic>
        <p:nvPicPr>
          <p:cNvPr id="6" name="Image 6">
            <a:extLst>
              <a:ext uri="{FF2B5EF4-FFF2-40B4-BE49-F238E27FC236}">
                <a16:creationId xmlns="" xmlns:a16="http://schemas.microsoft.com/office/drawing/2014/main" id="{A39D78FE-D439-4EA9-AF2D-A8612E336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203" y="1414498"/>
            <a:ext cx="7591425" cy="18927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677152" y="750938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  <a:p>
            <a:pPr marL="9525"/>
            <a:endParaRPr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874439" y="3458657"/>
            <a:ext cx="9289032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endParaRPr b="1" dirty="0">
              <a:latin typeface="Calibri Light"/>
              <a:cs typeface="Calibri Light"/>
            </a:endParaRPr>
          </a:p>
        </p:txBody>
      </p:sp>
      <p:sp>
        <p:nvSpPr>
          <p:cNvPr id="11" name="Rectangle : avec coins arrondis en diagonale 14">
            <a:extLst>
              <a:ext uri="{FF2B5EF4-FFF2-40B4-BE49-F238E27FC236}">
                <a16:creationId xmlns="" xmlns:a16="http://schemas.microsoft.com/office/drawing/2014/main" id="{D8867239-0A2D-47EB-A2F8-68E922AAA515}"/>
              </a:ext>
            </a:extLst>
          </p:cNvPr>
          <p:cNvSpPr/>
          <p:nvPr/>
        </p:nvSpPr>
        <p:spPr>
          <a:xfrm>
            <a:off x="874421" y="1565412"/>
            <a:ext cx="1158343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sp>
        <p:nvSpPr>
          <p:cNvPr id="12" name="Flèche : courbe vers la droite 18">
            <a:extLst>
              <a:ext uri="{FF2B5EF4-FFF2-40B4-BE49-F238E27FC236}">
                <a16:creationId xmlns="" xmlns:a16="http://schemas.microsoft.com/office/drawing/2014/main" id="{63879954-C5D5-4E8A-B7DA-2ADF0EABAE9A}"/>
              </a:ext>
            </a:extLst>
          </p:cNvPr>
          <p:cNvSpPr/>
          <p:nvPr/>
        </p:nvSpPr>
        <p:spPr>
          <a:xfrm>
            <a:off x="1018437" y="2897560"/>
            <a:ext cx="720080" cy="145263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Bulle narrative : rectangle à coins arrondis 19">
            <a:extLst>
              <a:ext uri="{FF2B5EF4-FFF2-40B4-BE49-F238E27FC236}">
                <a16:creationId xmlns="" xmlns:a16="http://schemas.microsoft.com/office/drawing/2014/main" id="{8CB27F6C-19D0-4B8A-9D47-2D9B25572367}"/>
              </a:ext>
            </a:extLst>
          </p:cNvPr>
          <p:cNvSpPr/>
          <p:nvPr/>
        </p:nvSpPr>
        <p:spPr>
          <a:xfrm>
            <a:off x="5143520" y="1273520"/>
            <a:ext cx="4201818" cy="542091"/>
          </a:xfrm>
          <a:prstGeom prst="wedgeRoundRectCallout">
            <a:avLst>
              <a:gd name="adj1" fmla="val -68604"/>
              <a:gd name="adj2" fmla="val 22244"/>
              <a:gd name="adj3" fmla="val 16667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mtClean="0"/>
              <a:t>Modification of the content of Bank A</a:t>
            </a:r>
            <a:endParaRPr lang="fr-FR" dirty="0"/>
          </a:p>
        </p:txBody>
      </p:sp>
      <p:sp>
        <p:nvSpPr>
          <p:cNvPr id="14" name="Accolade fermante 11">
            <a:extLst>
              <a:ext uri="{FF2B5EF4-FFF2-40B4-BE49-F238E27FC236}">
                <a16:creationId xmlns="" xmlns:a16="http://schemas.microsoft.com/office/drawing/2014/main" id="{D52EFBBC-1ACE-4953-9DE4-3BEF277A798C}"/>
              </a:ext>
            </a:extLst>
          </p:cNvPr>
          <p:cNvSpPr/>
          <p:nvPr/>
        </p:nvSpPr>
        <p:spPr>
          <a:xfrm>
            <a:off x="4546829" y="5610582"/>
            <a:ext cx="576064" cy="1103402"/>
          </a:xfrm>
          <a:prstGeom prst="rightBrace">
            <a:avLst>
              <a:gd name="adj1" fmla="val 46121"/>
              <a:gd name="adj2" fmla="val 51842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avec coins arrondis en diagonale 20">
            <a:extLst>
              <a:ext uri="{FF2B5EF4-FFF2-40B4-BE49-F238E27FC236}">
                <a16:creationId xmlns="" xmlns:a16="http://schemas.microsoft.com/office/drawing/2014/main" id="{5F99B6A5-FAC2-4CA8-B7D1-E2E37C8F8CAA}"/>
              </a:ext>
            </a:extLst>
          </p:cNvPr>
          <p:cNvSpPr/>
          <p:nvPr/>
        </p:nvSpPr>
        <p:spPr>
          <a:xfrm>
            <a:off x="5482933" y="5762694"/>
            <a:ext cx="4095773" cy="67771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Bank D contents</a:t>
            </a:r>
            <a:r>
              <a:rPr lang="en-US" b="1" dirty="0" smtClean="0">
                <a:solidFill>
                  <a:srgbClr val="FF0000"/>
                </a:solidFill>
              </a:rPr>
              <a:t> NOT </a:t>
            </a:r>
            <a:r>
              <a:rPr lang="en-US" b="1" dirty="0" smtClean="0">
                <a:solidFill>
                  <a:schemeClr val="tx1"/>
                </a:solidFill>
              </a:rPr>
              <a:t>modified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45D1AAE-F8C8-4362-95AC-F7DC0BE5C3D1}"/>
              </a:ext>
            </a:extLst>
          </p:cNvPr>
          <p:cNvSpPr/>
          <p:nvPr/>
        </p:nvSpPr>
        <p:spPr>
          <a:xfrm>
            <a:off x="2634095" y="3928233"/>
            <a:ext cx="2294458" cy="186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845F6DD-19F9-47F7-BAD8-A9EA729E8806}"/>
              </a:ext>
            </a:extLst>
          </p:cNvPr>
          <p:cNvSpPr/>
          <p:nvPr/>
        </p:nvSpPr>
        <p:spPr>
          <a:xfrm>
            <a:off x="2619347" y="5530645"/>
            <a:ext cx="2294458" cy="240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3B3C9999-F675-4AD7-8D84-0078EE1E70C6}"/>
              </a:ext>
            </a:extLst>
          </p:cNvPr>
          <p:cNvSpPr/>
          <p:nvPr/>
        </p:nvSpPr>
        <p:spPr>
          <a:xfrm>
            <a:off x="2241205" y="1508700"/>
            <a:ext cx="1873576" cy="306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 : avec coins arrondis en diagonale 21">
            <a:extLst>
              <a:ext uri="{FF2B5EF4-FFF2-40B4-BE49-F238E27FC236}">
                <a16:creationId xmlns="" xmlns:a16="http://schemas.microsoft.com/office/drawing/2014/main" id="{C111E127-F944-4C1C-83CD-B06E76B48E62}"/>
              </a:ext>
            </a:extLst>
          </p:cNvPr>
          <p:cNvSpPr/>
          <p:nvPr/>
        </p:nvSpPr>
        <p:spPr>
          <a:xfrm>
            <a:off x="5342965" y="4113631"/>
            <a:ext cx="2611180" cy="279592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A.modifier</a:t>
            </a:r>
            <a:r>
              <a:rPr lang="fr-FR" b="1" dirty="0"/>
              <a:t>();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0" name="Rectangle : avec coins arrondis en diagonale 22">
            <a:extLst>
              <a:ext uri="{FF2B5EF4-FFF2-40B4-BE49-F238E27FC236}">
                <a16:creationId xmlns="" xmlns:a16="http://schemas.microsoft.com/office/drawing/2014/main" id="{BE948212-E335-4CF2-BB0C-1B8276B0E3D5}"/>
              </a:ext>
            </a:extLst>
          </p:cNvPr>
          <p:cNvSpPr/>
          <p:nvPr/>
        </p:nvSpPr>
        <p:spPr>
          <a:xfrm>
            <a:off x="7859197" y="3854120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21" name="Rectangle : avec coins arrondis en diagonale 23">
            <a:extLst>
              <a:ext uri="{FF2B5EF4-FFF2-40B4-BE49-F238E27FC236}">
                <a16:creationId xmlns="" xmlns:a16="http://schemas.microsoft.com/office/drawing/2014/main" id="{A3CC1066-BD38-46DF-A3C3-6C8A4E8B5979}"/>
              </a:ext>
            </a:extLst>
          </p:cNvPr>
          <p:cNvSpPr/>
          <p:nvPr/>
        </p:nvSpPr>
        <p:spPr>
          <a:xfrm>
            <a:off x="6874351" y="5308516"/>
            <a:ext cx="2535087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213648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22" name="Rectangle : avec coins arrondis en diagonale 21">
            <a:extLst>
              <a:ext uri="{FF2B5EF4-FFF2-40B4-BE49-F238E27FC236}">
                <a16:creationId xmlns="" xmlns:a16="http://schemas.microsoft.com/office/drawing/2014/main" id="{4DF878B1-D998-43E2-A370-B70286A43A81}"/>
              </a:ext>
            </a:extLst>
          </p:cNvPr>
          <p:cNvSpPr/>
          <p:nvPr/>
        </p:nvSpPr>
        <p:spPr>
          <a:xfrm>
            <a:off x="306432" y="2569940"/>
            <a:ext cx="864096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4477849F-D2AE-4E42-A7B0-F6B460BED3E5}"/>
              </a:ext>
            </a:extLst>
          </p:cNvPr>
          <p:cNvSpPr/>
          <p:nvPr/>
        </p:nvSpPr>
        <p:spPr>
          <a:xfrm>
            <a:off x="239349" y="2941134"/>
            <a:ext cx="5266696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="" xmlns:a16="http://schemas.microsoft.com/office/drawing/2014/main" id="{7651A45F-3613-4233-8AD2-69ECEC8B56C5}"/>
              </a:ext>
            </a:extLst>
          </p:cNvPr>
          <p:cNvSpPr txBox="1"/>
          <p:nvPr/>
        </p:nvSpPr>
        <p:spPr>
          <a:xfrm>
            <a:off x="458323" y="3254886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="" xmlns:a16="http://schemas.microsoft.com/office/drawing/2014/main" id="{76AD07DA-5CCA-4714-8B32-079D28051F03}"/>
              </a:ext>
            </a:extLst>
          </p:cNvPr>
          <p:cNvSpPr txBox="1"/>
          <p:nvPr/>
        </p:nvSpPr>
        <p:spPr>
          <a:xfrm>
            <a:off x="458323" y="3533627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</a:t>
            </a:r>
            <a:r>
              <a:rPr lang="fr-FR" dirty="0"/>
              <a:t>: «  »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="" xmlns:a16="http://schemas.microsoft.com/office/drawing/2014/main" id="{E713255B-59FC-4587-A272-543E8E7788CB}"/>
              </a:ext>
            </a:extLst>
          </p:cNvPr>
          <p:cNvSpPr txBox="1"/>
          <p:nvPr/>
        </p:nvSpPr>
        <p:spPr>
          <a:xfrm>
            <a:off x="458323" y="3893667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DD2B9B35-4383-4DF7-B6E6-E4ADA020840A}"/>
              </a:ext>
            </a:extLst>
          </p:cNvPr>
          <p:cNvSpPr/>
          <p:nvPr/>
        </p:nvSpPr>
        <p:spPr>
          <a:xfrm>
            <a:off x="1330365" y="3925867"/>
            <a:ext cx="1218132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5B4AE495-C91F-4114-AFBD-4605895102F5}"/>
              </a:ext>
            </a:extLst>
          </p:cNvPr>
          <p:cNvSpPr/>
          <p:nvPr/>
        </p:nvSpPr>
        <p:spPr>
          <a:xfrm>
            <a:off x="2548497" y="3925867"/>
            <a:ext cx="1398863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D0C779B8-F99B-4AEE-B945-096C630F8215}"/>
              </a:ext>
            </a:extLst>
          </p:cNvPr>
          <p:cNvSpPr/>
          <p:nvPr/>
        </p:nvSpPr>
        <p:spPr>
          <a:xfrm>
            <a:off x="3956813" y="3925867"/>
            <a:ext cx="1208676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="" xmlns:a16="http://schemas.microsoft.com/office/drawing/2014/main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1679509" y="4345170"/>
            <a:ext cx="0" cy="9838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="" xmlns:a16="http://schemas.microsoft.com/office/drawing/2014/main" id="{85CE6A4D-6AC6-4F93-9A4F-44D15343D2D4}"/>
              </a:ext>
            </a:extLst>
          </p:cNvPr>
          <p:cNvCxnSpPr>
            <a:cxnSpLocks/>
          </p:cNvCxnSpPr>
          <p:nvPr/>
        </p:nvCxnSpPr>
        <p:spPr>
          <a:xfrm>
            <a:off x="4463819" y="4370140"/>
            <a:ext cx="0" cy="94937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="" xmlns:a16="http://schemas.microsoft.com/office/drawing/2014/main" id="{9F2C9CD2-17B2-48C6-85AC-5E5B47460443}"/>
              </a:ext>
            </a:extLst>
          </p:cNvPr>
          <p:cNvCxnSpPr>
            <a:cxnSpLocks/>
          </p:cNvCxnSpPr>
          <p:nvPr/>
        </p:nvCxnSpPr>
        <p:spPr>
          <a:xfrm>
            <a:off x="3119669" y="4367748"/>
            <a:ext cx="0" cy="9612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="" xmlns:a16="http://schemas.microsoft.com/office/drawing/2014/main" id="{20E6BF49-ED4F-494C-9DDD-D2259D3FB236}"/>
              </a:ext>
            </a:extLst>
          </p:cNvPr>
          <p:cNvSpPr txBox="1"/>
          <p:nvPr/>
        </p:nvSpPr>
        <p:spPr>
          <a:xfrm>
            <a:off x="627836" y="5375549"/>
            <a:ext cx="1434901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="" xmlns:a16="http://schemas.microsoft.com/office/drawing/2014/main" id="{C598FC68-39F3-4994-A879-81CD883669C3}"/>
              </a:ext>
            </a:extLst>
          </p:cNvPr>
          <p:cNvSpPr txBox="1"/>
          <p:nvPr/>
        </p:nvSpPr>
        <p:spPr>
          <a:xfrm>
            <a:off x="2159563" y="5385410"/>
            <a:ext cx="1692608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="" xmlns:a16="http://schemas.microsoft.com/office/drawing/2014/main" id="{4EB0F7D6-E3FC-4F59-8BA4-D887A2AAB3A1}"/>
              </a:ext>
            </a:extLst>
          </p:cNvPr>
          <p:cNvSpPr txBox="1"/>
          <p:nvPr/>
        </p:nvSpPr>
        <p:spPr>
          <a:xfrm>
            <a:off x="3947367" y="5382896"/>
            <a:ext cx="1434901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36" name="Rectangle : avec coins arrondis en diagonale 35">
            <a:extLst>
              <a:ext uri="{FF2B5EF4-FFF2-40B4-BE49-F238E27FC236}">
                <a16:creationId xmlns="" xmlns:a16="http://schemas.microsoft.com/office/drawing/2014/main" id="{55D626C0-5EB3-4156-84D4-E349D0951B18}"/>
              </a:ext>
            </a:extLst>
          </p:cNvPr>
          <p:cNvSpPr/>
          <p:nvPr/>
        </p:nvSpPr>
        <p:spPr>
          <a:xfrm>
            <a:off x="6610997" y="2569940"/>
            <a:ext cx="864096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E1795937-3AAD-4E35-9F69-6C534398C581}"/>
              </a:ext>
            </a:extLst>
          </p:cNvPr>
          <p:cNvSpPr/>
          <p:nvPr/>
        </p:nvSpPr>
        <p:spPr>
          <a:xfrm>
            <a:off x="6570133" y="2923913"/>
            <a:ext cx="5286507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ZoneTexte 37">
            <a:extLst>
              <a:ext uri="{FF2B5EF4-FFF2-40B4-BE49-F238E27FC236}">
                <a16:creationId xmlns="" xmlns:a16="http://schemas.microsoft.com/office/drawing/2014/main" id="{0AFE5F8B-72B4-49FA-9D88-9AF60CF8178C}"/>
              </a:ext>
            </a:extLst>
          </p:cNvPr>
          <p:cNvSpPr txBox="1"/>
          <p:nvPr/>
        </p:nvSpPr>
        <p:spPr>
          <a:xfrm>
            <a:off x="6808917" y="3237665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="" xmlns:a16="http://schemas.microsoft.com/office/drawing/2014/main" id="{AD004D35-8879-430C-AC4F-09664875FC04}"/>
              </a:ext>
            </a:extLst>
          </p:cNvPr>
          <p:cNvSpPr txBox="1"/>
          <p:nvPr/>
        </p:nvSpPr>
        <p:spPr>
          <a:xfrm>
            <a:off x="6808917" y="3516406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="" xmlns:a16="http://schemas.microsoft.com/office/drawing/2014/main" id="{E0470493-CB1D-497B-AA91-8166E19728AC}"/>
              </a:ext>
            </a:extLst>
          </p:cNvPr>
          <p:cNvSpPr txBox="1"/>
          <p:nvPr/>
        </p:nvSpPr>
        <p:spPr>
          <a:xfrm>
            <a:off x="6808917" y="3876446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1FA1250E-58A6-46AD-AB3B-AF8263E237FC}"/>
              </a:ext>
            </a:extLst>
          </p:cNvPr>
          <p:cNvSpPr/>
          <p:nvPr/>
        </p:nvSpPr>
        <p:spPr>
          <a:xfrm>
            <a:off x="7680959" y="3908646"/>
            <a:ext cx="1218132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x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A9FE574C-644C-4E7D-9AF0-A0DC9F2F3223}"/>
              </a:ext>
            </a:extLst>
          </p:cNvPr>
          <p:cNvSpPr/>
          <p:nvPr/>
        </p:nvSpPr>
        <p:spPr>
          <a:xfrm>
            <a:off x="8899092" y="3908646"/>
            <a:ext cx="1248139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y</a:t>
            </a:r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FFB68F3A-D1A8-4A16-A2C6-EC7EBC0F2457}"/>
              </a:ext>
            </a:extLst>
          </p:cNvPr>
          <p:cNvSpPr/>
          <p:nvPr/>
        </p:nvSpPr>
        <p:spPr>
          <a:xfrm>
            <a:off x="10147230" y="3908646"/>
            <a:ext cx="1344148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z</a:t>
            </a:r>
            <a:endParaRPr lang="fr-FR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="" xmlns:a16="http://schemas.microsoft.com/office/drawing/2014/main" id="{FA16F382-533D-48DB-A4E1-6F99301BDA90}"/>
              </a:ext>
            </a:extLst>
          </p:cNvPr>
          <p:cNvCxnSpPr>
            <a:cxnSpLocks/>
          </p:cNvCxnSpPr>
          <p:nvPr/>
        </p:nvCxnSpPr>
        <p:spPr>
          <a:xfrm>
            <a:off x="7824192" y="4416970"/>
            <a:ext cx="0" cy="961282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="" xmlns:a16="http://schemas.microsoft.com/office/drawing/2014/main" id="{58B87F31-B234-4FEA-8590-3D29BC3DF1D1}"/>
              </a:ext>
            </a:extLst>
          </p:cNvPr>
          <p:cNvCxnSpPr>
            <a:cxnSpLocks/>
          </p:cNvCxnSpPr>
          <p:nvPr/>
        </p:nvCxnSpPr>
        <p:spPr>
          <a:xfrm>
            <a:off x="10892089" y="4428882"/>
            <a:ext cx="0" cy="94937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="" xmlns:a16="http://schemas.microsoft.com/office/drawing/2014/main" id="{4E818B69-36FA-4A54-B27A-6A31AF9FD199}"/>
              </a:ext>
            </a:extLst>
          </p:cNvPr>
          <p:cNvCxnSpPr>
            <a:cxnSpLocks/>
          </p:cNvCxnSpPr>
          <p:nvPr/>
        </p:nvCxnSpPr>
        <p:spPr>
          <a:xfrm>
            <a:off x="9168341" y="4416970"/>
            <a:ext cx="0" cy="961282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="" xmlns:a16="http://schemas.microsoft.com/office/drawing/2014/main" id="{438A201C-C8C3-404F-8076-BD16333CB981}"/>
              </a:ext>
            </a:extLst>
          </p:cNvPr>
          <p:cNvSpPr txBox="1"/>
          <p:nvPr/>
        </p:nvSpPr>
        <p:spPr>
          <a:xfrm>
            <a:off x="6576054" y="5383099"/>
            <a:ext cx="1434901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X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="" xmlns:a16="http://schemas.microsoft.com/office/drawing/2014/main" id="{9EA5C9C4-A98B-43F1-B0CB-F95917B23189}"/>
              </a:ext>
            </a:extLst>
          </p:cNvPr>
          <p:cNvSpPr txBox="1"/>
          <p:nvPr/>
        </p:nvSpPr>
        <p:spPr>
          <a:xfrm>
            <a:off x="8243819" y="5378252"/>
            <a:ext cx="1884629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Y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="" xmlns:a16="http://schemas.microsoft.com/office/drawing/2014/main" id="{9B822D6E-463F-4AE9-8C82-C938753C8341}"/>
              </a:ext>
            </a:extLst>
          </p:cNvPr>
          <p:cNvSpPr txBox="1"/>
          <p:nvPr/>
        </p:nvSpPr>
        <p:spPr>
          <a:xfrm>
            <a:off x="10375637" y="5390446"/>
            <a:ext cx="1673020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Z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="" xmlns:a16="http://schemas.microsoft.com/office/drawing/2014/main" id="{616FBA3B-B4AE-470B-A900-54D602B8FFE1}"/>
              </a:ext>
            </a:extLst>
          </p:cNvPr>
          <p:cNvSpPr/>
          <p:nvPr/>
        </p:nvSpPr>
        <p:spPr>
          <a:xfrm>
            <a:off x="6045550" y="5107450"/>
            <a:ext cx="6146439" cy="12738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uban : incliné vers le haut 50">
            <a:extLst>
              <a:ext uri="{FF2B5EF4-FFF2-40B4-BE49-F238E27FC236}">
                <a16:creationId xmlns="" xmlns:a16="http://schemas.microsoft.com/office/drawing/2014/main" id="{58E10F19-F107-419D-97B7-6B9651870389}"/>
              </a:ext>
            </a:extLst>
          </p:cNvPr>
          <p:cNvSpPr/>
          <p:nvPr/>
        </p:nvSpPr>
        <p:spPr>
          <a:xfrm>
            <a:off x="550168" y="1538490"/>
            <a:ext cx="11114451" cy="523908"/>
          </a:xfrm>
          <a:prstGeom prst="ribbon2">
            <a:avLst/>
          </a:prstGeom>
          <a:ln>
            <a:solidFill>
              <a:srgbClr val="FF0000"/>
            </a:solidFill>
          </a:ln>
          <a:effectLst>
            <a:glow rad="228600">
              <a:srgbClr val="FF0000">
                <a:alpha val="40000"/>
              </a:srgb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If D already references other objects </a:t>
            </a:r>
            <a:r>
              <a:rPr lang="fr-FR" b="1" dirty="0" smtClean="0">
                <a:solidFill>
                  <a:srgbClr val="FF0000"/>
                </a:solidFill>
              </a:rPr>
              <a:t>… </a:t>
            </a:r>
            <a:r>
              <a:rPr lang="fr-FR" b="1" dirty="0">
                <a:solidFill>
                  <a:srgbClr val="FF0000"/>
                </a:solidFill>
              </a:rPr>
              <a:t>!!</a:t>
            </a:r>
          </a:p>
          <a:p>
            <a:pPr algn="ctr"/>
            <a:endParaRPr lang="fr-FR" dirty="0"/>
          </a:p>
        </p:txBody>
      </p:sp>
      <p:sp>
        <p:nvSpPr>
          <p:cNvPr id="44" name="Rectangle : avec coins arrondis en diagonale 43">
            <a:extLst>
              <a:ext uri="{FF2B5EF4-FFF2-40B4-BE49-F238E27FC236}">
                <a16:creationId xmlns="" xmlns:a16="http://schemas.microsoft.com/office/drawing/2014/main" id="{88122365-425D-48D4-A883-5A1DE6684A5C}"/>
              </a:ext>
            </a:extLst>
          </p:cNvPr>
          <p:cNvSpPr/>
          <p:nvPr/>
        </p:nvSpPr>
        <p:spPr>
          <a:xfrm>
            <a:off x="3721405" y="2792386"/>
            <a:ext cx="1544457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Origina</a:t>
            </a:r>
            <a:endParaRPr lang="fr-FR" b="1" dirty="0"/>
          </a:p>
        </p:txBody>
      </p:sp>
      <p:sp>
        <p:nvSpPr>
          <p:cNvPr id="45" name="Rectangle : avec coins arrondis en diagonale 44">
            <a:extLst>
              <a:ext uri="{FF2B5EF4-FFF2-40B4-BE49-F238E27FC236}">
                <a16:creationId xmlns="" xmlns:a16="http://schemas.microsoft.com/office/drawing/2014/main" id="{C86CCE6D-8406-43AF-88A8-CE1ACD888E40}"/>
              </a:ext>
            </a:extLst>
          </p:cNvPr>
          <p:cNvSpPr/>
          <p:nvPr/>
        </p:nvSpPr>
        <p:spPr>
          <a:xfrm>
            <a:off x="8292142" y="2679531"/>
            <a:ext cx="3380116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xmlns="" val="128712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60" grpId="0" animBg="1"/>
      <p:bldP spid="61" grpId="0" animBg="1"/>
      <p:bldP spid="62" grpId="0" animBg="1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213648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1472" y="6420327"/>
            <a:ext cx="2743200" cy="276959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143363" y="3414034"/>
            <a:ext cx="12385376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endParaRPr b="1" dirty="0">
              <a:latin typeface="Calibri Light"/>
              <a:cs typeface="Calibri Light"/>
            </a:endParaRPr>
          </a:p>
        </p:txBody>
      </p:sp>
      <p:sp>
        <p:nvSpPr>
          <p:cNvPr id="15" name="Rectangle : avec coins arrondis en diagonale 14">
            <a:extLst>
              <a:ext uri="{FF2B5EF4-FFF2-40B4-BE49-F238E27FC236}">
                <a16:creationId xmlns="" xmlns:a16="http://schemas.microsoft.com/office/drawing/2014/main" id="{D8867239-0A2D-47EB-A2F8-68E922AAA515}"/>
              </a:ext>
            </a:extLst>
          </p:cNvPr>
          <p:cNvSpPr/>
          <p:nvPr/>
        </p:nvSpPr>
        <p:spPr>
          <a:xfrm>
            <a:off x="143339" y="1520788"/>
            <a:ext cx="1544457" cy="252028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main.cpp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7C32F43E-D2B7-42C7-BDF5-D27C59CA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0" y="2027245"/>
            <a:ext cx="8666707" cy="4612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D639DCE9-9D64-458F-B59D-56582941C0FB}"/>
              </a:ext>
            </a:extLst>
          </p:cNvPr>
          <p:cNvSpPr/>
          <p:nvPr/>
        </p:nvSpPr>
        <p:spPr>
          <a:xfrm>
            <a:off x="566453" y="2275635"/>
            <a:ext cx="5529547" cy="19454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6675007-751E-4DDA-BDCD-A64EF16E89E4}"/>
              </a:ext>
            </a:extLst>
          </p:cNvPr>
          <p:cNvSpPr/>
          <p:nvPr/>
        </p:nvSpPr>
        <p:spPr>
          <a:xfrm>
            <a:off x="566453" y="4952449"/>
            <a:ext cx="5529547" cy="44192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Bulle narrative : ronde 16">
            <a:extLst>
              <a:ext uri="{FF2B5EF4-FFF2-40B4-BE49-F238E27FC236}">
                <a16:creationId xmlns="" xmlns:a16="http://schemas.microsoft.com/office/drawing/2014/main" id="{9D5D3AFB-0292-4A19-B3F7-8F93B170EFDD}"/>
              </a:ext>
            </a:extLst>
          </p:cNvPr>
          <p:cNvSpPr/>
          <p:nvPr/>
        </p:nvSpPr>
        <p:spPr>
          <a:xfrm>
            <a:off x="6864086" y="2823883"/>
            <a:ext cx="3601508" cy="1172360"/>
          </a:xfrm>
          <a:prstGeom prst="wedgeEllipseCallout">
            <a:avLst>
              <a:gd name="adj1" fmla="val -68303"/>
              <a:gd name="adj2" fmla="val -20795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 </a:t>
            </a:r>
            <a:r>
              <a:rPr lang="fr-FR" dirty="0" err="1" smtClean="0"/>
              <a:t>contains</a:t>
            </a:r>
            <a:r>
              <a:rPr lang="fr-FR" dirty="0" smtClean="0"/>
              <a:t> copies of </a:t>
            </a:r>
            <a:r>
              <a:rPr lang="fr-FR" dirty="0" err="1" smtClean="0"/>
              <a:t>objects</a:t>
            </a:r>
            <a:r>
              <a:rPr lang="fr-FR" dirty="0" smtClean="0"/>
              <a:t> </a:t>
            </a:r>
            <a:r>
              <a:rPr lang="fr-FR" b="1" dirty="0">
                <a:solidFill>
                  <a:srgbClr val="0070C0"/>
                </a:solidFill>
              </a:rPr>
              <a:t>X, Y et Z</a:t>
            </a:r>
          </a:p>
        </p:txBody>
      </p:sp>
      <p:sp>
        <p:nvSpPr>
          <p:cNvPr id="18" name="Bulle narrative : ronde 17">
            <a:extLst>
              <a:ext uri="{FF2B5EF4-FFF2-40B4-BE49-F238E27FC236}">
                <a16:creationId xmlns="" xmlns:a16="http://schemas.microsoft.com/office/drawing/2014/main" id="{50E60B87-2D5B-47FA-8945-846D5108DB8F}"/>
              </a:ext>
            </a:extLst>
          </p:cNvPr>
          <p:cNvSpPr/>
          <p:nvPr/>
        </p:nvSpPr>
        <p:spPr>
          <a:xfrm>
            <a:off x="7152118" y="4520205"/>
            <a:ext cx="3601508" cy="1172360"/>
          </a:xfrm>
          <a:prstGeom prst="wedgeEllipseCallout">
            <a:avLst>
              <a:gd name="adj1" fmla="val -73945"/>
              <a:gd name="adj2" fmla="val 13004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assign</a:t>
            </a:r>
            <a:r>
              <a:rPr lang="fr-FR" dirty="0" smtClean="0"/>
              <a:t> 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/>
              <a:t> </a:t>
            </a:r>
            <a:r>
              <a:rPr lang="fr-FR" dirty="0" smtClean="0"/>
              <a:t>in </a:t>
            </a:r>
            <a:r>
              <a:rPr lang="fr-FR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2" name="Espace réservé de la date 1">
            <a:extLst>
              <a:ext uri="{FF2B5EF4-FFF2-40B4-BE49-F238E27FC236}">
                <a16:creationId xmlns="" xmlns:a16="http://schemas.microsoft.com/office/drawing/2014/main" id="{ED639091-A0F9-4433-ABAA-C1762E1D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7573" y="6592268"/>
            <a:ext cx="2743200" cy="365125"/>
          </a:xfrm>
        </p:spPr>
        <p:txBody>
          <a:bodyPr/>
          <a:lstStyle/>
          <a:p>
            <a:fld id="{8B767A7D-86CE-423B-9471-CAEF63C57C7B}" type="datetime1">
              <a:rPr lang="fr-FR" smtClean="0"/>
              <a:pPr/>
              <a:t>13/04/2023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41570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213648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1472" y="6420327"/>
            <a:ext cx="2743200" cy="276959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6" name="object 3">
            <a:extLst>
              <a:ext uri="{FF2B5EF4-FFF2-40B4-BE49-F238E27FC236}">
                <a16:creationId xmlns="" xmlns:a16="http://schemas.microsoft.com/office/drawing/2014/main" id="{72BB0E25-3AE1-465C-9958-D2960BF6B128}"/>
              </a:ext>
            </a:extLst>
          </p:cNvPr>
          <p:cNvSpPr txBox="1"/>
          <p:nvPr/>
        </p:nvSpPr>
        <p:spPr>
          <a:xfrm>
            <a:off x="143363" y="3414034"/>
            <a:ext cx="12385376" cy="365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endParaRPr b="1" dirty="0">
              <a:latin typeface="Calibri Light"/>
              <a:cs typeface="Calibri Ligh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A5502CD5-8E4C-4819-AFF9-3DAF0BE3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04" y="1340769"/>
            <a:ext cx="4067834" cy="155724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8070E74D-BB27-493A-B414-9F0F73A40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61" y="2993148"/>
            <a:ext cx="11547987" cy="36614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ACB83010-8605-4D95-9069-37ABB8E03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381" y="1135626"/>
            <a:ext cx="4026309" cy="16700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Bulle narrative : ronde 19">
            <a:extLst>
              <a:ext uri="{FF2B5EF4-FFF2-40B4-BE49-F238E27FC236}">
                <a16:creationId xmlns="" xmlns:a16="http://schemas.microsoft.com/office/drawing/2014/main" id="{E4FD8E18-06B4-431A-8537-C434AD8CCF4B}"/>
              </a:ext>
            </a:extLst>
          </p:cNvPr>
          <p:cNvSpPr/>
          <p:nvPr/>
        </p:nvSpPr>
        <p:spPr>
          <a:xfrm>
            <a:off x="4227885" y="1562404"/>
            <a:ext cx="3601508" cy="1172360"/>
          </a:xfrm>
          <a:prstGeom prst="wedgeEllipseCallout">
            <a:avLst>
              <a:gd name="adj1" fmla="val -68303"/>
              <a:gd name="adj2" fmla="val -20795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 </a:t>
            </a:r>
            <a:r>
              <a:rPr lang="fr-FR" dirty="0" err="1" smtClean="0"/>
              <a:t>contains</a:t>
            </a:r>
            <a:r>
              <a:rPr lang="fr-FR" dirty="0" smtClean="0"/>
              <a:t> copies of </a:t>
            </a:r>
            <a:r>
              <a:rPr lang="fr-FR" dirty="0" err="1" smtClean="0"/>
              <a:t>objects</a:t>
            </a:r>
            <a:r>
              <a:rPr lang="fr-FR" dirty="0" smtClean="0"/>
              <a:t> </a:t>
            </a:r>
            <a:r>
              <a:rPr lang="fr-FR" b="1" dirty="0">
                <a:solidFill>
                  <a:srgbClr val="0070C0"/>
                </a:solidFill>
              </a:rPr>
              <a:t>X, Y et Z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900A299B-992C-4248-B078-AB59299A0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846" y="2993923"/>
            <a:ext cx="3465870" cy="13194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Bulle narrative : ronde 20">
            <a:extLst>
              <a:ext uri="{FF2B5EF4-FFF2-40B4-BE49-F238E27FC236}">
                <a16:creationId xmlns="" xmlns:a16="http://schemas.microsoft.com/office/drawing/2014/main" id="{E7AA13C0-8B65-44AD-9CC5-FBBA3F1D45E5}"/>
              </a:ext>
            </a:extLst>
          </p:cNvPr>
          <p:cNvSpPr/>
          <p:nvPr/>
        </p:nvSpPr>
        <p:spPr>
          <a:xfrm>
            <a:off x="5327915" y="4838627"/>
            <a:ext cx="5952661" cy="1686717"/>
          </a:xfrm>
          <a:prstGeom prst="wedgeEllipseCallout">
            <a:avLst>
              <a:gd name="adj1" fmla="val -79634"/>
              <a:gd name="adj2" fmla="val -8078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Result</a:t>
            </a:r>
            <a:r>
              <a:rPr lang="fr-FR" dirty="0" smtClean="0"/>
              <a:t> of the </a:t>
            </a:r>
            <a:r>
              <a:rPr lang="fr-FR" dirty="0" err="1" smtClean="0"/>
              <a:t>assignment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in  </a:t>
            </a:r>
            <a:r>
              <a:rPr lang="fr-FR" b="1" dirty="0">
                <a:solidFill>
                  <a:srgbClr val="FF0000"/>
                </a:solidFill>
              </a:rPr>
              <a:t>D</a:t>
            </a:r>
          </a:p>
          <a:p>
            <a:pPr algn="ctr"/>
            <a:r>
              <a:rPr lang="fr-FR" b="1" dirty="0" smtClean="0">
                <a:solidFill>
                  <a:srgbClr val="FF0000"/>
                </a:solidFill>
              </a:rPr>
              <a:t>D </a:t>
            </a:r>
            <a:r>
              <a:rPr lang="fr-FR" b="1" dirty="0" err="1" smtClean="0">
                <a:solidFill>
                  <a:srgbClr val="FF0000"/>
                </a:solidFill>
              </a:rPr>
              <a:t>contains</a:t>
            </a:r>
            <a:r>
              <a:rPr lang="fr-FR" b="1" dirty="0" smtClean="0">
                <a:solidFill>
                  <a:srgbClr val="FF0000"/>
                </a:solidFill>
              </a:rPr>
              <a:t> copies of</a:t>
            </a:r>
          </a:p>
          <a:p>
            <a:pPr algn="ctr"/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b="1" dirty="0">
                <a:solidFill>
                  <a:srgbClr val="FF0000"/>
                </a:solidFill>
              </a:rPr>
              <a:t>, Y , Z C11, CC11, CE1 !!!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1C9FBF8E-19F6-4623-8EC2-FB85348695D7}"/>
              </a:ext>
            </a:extLst>
          </p:cNvPr>
          <p:cNvSpPr/>
          <p:nvPr/>
        </p:nvSpPr>
        <p:spPr>
          <a:xfrm>
            <a:off x="207267" y="4911213"/>
            <a:ext cx="3104424" cy="175814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Picture 2">
            <a:extLst>
              <a:ext uri="{FF2B5EF4-FFF2-40B4-BE49-F238E27FC236}">
                <a16:creationId xmlns="" xmlns:a16="http://schemas.microsoft.com/office/drawing/2014/main" id="{96CD0CA1-DA49-4EDA-83A9-A9C76C8B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58800" y="4819490"/>
            <a:ext cx="923595" cy="69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 : avec coins arrondis en diagonale 13">
            <a:extLst>
              <a:ext uri="{FF2B5EF4-FFF2-40B4-BE49-F238E27FC236}">
                <a16:creationId xmlns="" xmlns:a16="http://schemas.microsoft.com/office/drawing/2014/main" id="{989223F9-EF6C-41A0-89C6-1CA313C20A19}"/>
              </a:ext>
            </a:extLst>
          </p:cNvPr>
          <p:cNvSpPr/>
          <p:nvPr/>
        </p:nvSpPr>
        <p:spPr>
          <a:xfrm>
            <a:off x="3783458" y="3491054"/>
            <a:ext cx="1544457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15" name="Rectangle : avec coins arrondis en diagonale 14">
            <a:extLst>
              <a:ext uri="{FF2B5EF4-FFF2-40B4-BE49-F238E27FC236}">
                <a16:creationId xmlns="" xmlns:a16="http://schemas.microsoft.com/office/drawing/2014/main" id="{ACE71AE2-194E-4A1F-BD5A-2FBE567B1BE0}"/>
              </a:ext>
            </a:extLst>
          </p:cNvPr>
          <p:cNvSpPr/>
          <p:nvPr/>
        </p:nvSpPr>
        <p:spPr>
          <a:xfrm>
            <a:off x="3886029" y="4252686"/>
            <a:ext cx="3380116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xmlns="" val="190971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103446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4477849F-D2AE-4E42-A7B0-F6B460BED3E5}"/>
              </a:ext>
            </a:extLst>
          </p:cNvPr>
          <p:cNvSpPr/>
          <p:nvPr/>
        </p:nvSpPr>
        <p:spPr>
          <a:xfrm>
            <a:off x="35124" y="2407270"/>
            <a:ext cx="4800533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="" xmlns:a16="http://schemas.microsoft.com/office/drawing/2014/main" id="{7651A45F-3613-4233-8AD2-69ECEC8B56C5}"/>
              </a:ext>
            </a:extLst>
          </p:cNvPr>
          <p:cNvSpPr txBox="1"/>
          <p:nvPr/>
        </p:nvSpPr>
        <p:spPr>
          <a:xfrm>
            <a:off x="266301" y="2745794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="" xmlns:a16="http://schemas.microsoft.com/office/drawing/2014/main" id="{76AD07DA-5CCA-4714-8B32-079D28051F03}"/>
              </a:ext>
            </a:extLst>
          </p:cNvPr>
          <p:cNvSpPr txBox="1"/>
          <p:nvPr/>
        </p:nvSpPr>
        <p:spPr>
          <a:xfrm>
            <a:off x="266301" y="3024535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="" xmlns:a16="http://schemas.microsoft.com/office/drawing/2014/main" id="{E713255B-59FC-4587-A272-543E8E7788CB}"/>
              </a:ext>
            </a:extLst>
          </p:cNvPr>
          <p:cNvSpPr txBox="1"/>
          <p:nvPr/>
        </p:nvSpPr>
        <p:spPr>
          <a:xfrm>
            <a:off x="266301" y="3384575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DD2B9B35-4383-4DF7-B6E6-E4ADA020840A}"/>
              </a:ext>
            </a:extLst>
          </p:cNvPr>
          <p:cNvSpPr/>
          <p:nvPr/>
        </p:nvSpPr>
        <p:spPr>
          <a:xfrm>
            <a:off x="1007435" y="3416775"/>
            <a:ext cx="1218132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5B4AE495-C91F-4114-AFBD-4605895102F5}"/>
              </a:ext>
            </a:extLst>
          </p:cNvPr>
          <p:cNvSpPr/>
          <p:nvPr/>
        </p:nvSpPr>
        <p:spPr>
          <a:xfrm>
            <a:off x="2159563" y="3416775"/>
            <a:ext cx="1379048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D0C779B8-F99B-4AEE-B945-096C630F8215}"/>
              </a:ext>
            </a:extLst>
          </p:cNvPr>
          <p:cNvSpPr/>
          <p:nvPr/>
        </p:nvSpPr>
        <p:spPr>
          <a:xfrm>
            <a:off x="3506151" y="3416775"/>
            <a:ext cx="1245700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="" xmlns:a16="http://schemas.microsoft.com/office/drawing/2014/main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1487488" y="3836078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="" xmlns:a16="http://schemas.microsoft.com/office/drawing/2014/main" id="{20E6BF49-ED4F-494C-9DDD-D2259D3FB236}"/>
              </a:ext>
            </a:extLst>
          </p:cNvPr>
          <p:cNvSpPr txBox="1"/>
          <p:nvPr/>
        </p:nvSpPr>
        <p:spPr>
          <a:xfrm>
            <a:off x="431371" y="5082481"/>
            <a:ext cx="1434901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="" xmlns:a16="http://schemas.microsoft.com/office/drawing/2014/main" id="{C598FC68-39F3-4994-A879-81CD883669C3}"/>
              </a:ext>
            </a:extLst>
          </p:cNvPr>
          <p:cNvSpPr txBox="1"/>
          <p:nvPr/>
        </p:nvSpPr>
        <p:spPr>
          <a:xfrm>
            <a:off x="2003939" y="5097378"/>
            <a:ext cx="1787805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="" xmlns:a16="http://schemas.microsoft.com/office/drawing/2014/main" id="{4EB0F7D6-E3FC-4F59-8BA4-D887A2AAB3A1}"/>
              </a:ext>
            </a:extLst>
          </p:cNvPr>
          <p:cNvSpPr txBox="1"/>
          <p:nvPr/>
        </p:nvSpPr>
        <p:spPr>
          <a:xfrm>
            <a:off x="3947367" y="5089828"/>
            <a:ext cx="1434901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36" name="Rectangle : avec coins arrondis en diagonale 35">
            <a:extLst>
              <a:ext uri="{FF2B5EF4-FFF2-40B4-BE49-F238E27FC236}">
                <a16:creationId xmlns="" xmlns:a16="http://schemas.microsoft.com/office/drawing/2014/main" id="{55D626C0-5EB3-4156-84D4-E349D0951B18}"/>
              </a:ext>
            </a:extLst>
          </p:cNvPr>
          <p:cNvSpPr/>
          <p:nvPr/>
        </p:nvSpPr>
        <p:spPr>
          <a:xfrm>
            <a:off x="11088555" y="2097169"/>
            <a:ext cx="864096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E1795937-3AAD-4E35-9F69-6C534398C581}"/>
              </a:ext>
            </a:extLst>
          </p:cNvPr>
          <p:cNvSpPr/>
          <p:nvPr/>
        </p:nvSpPr>
        <p:spPr>
          <a:xfrm>
            <a:off x="4994322" y="2397010"/>
            <a:ext cx="7003873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ZoneTexte 37">
            <a:extLst>
              <a:ext uri="{FF2B5EF4-FFF2-40B4-BE49-F238E27FC236}">
                <a16:creationId xmlns="" xmlns:a16="http://schemas.microsoft.com/office/drawing/2014/main" id="{0AFE5F8B-72B4-49FA-9D88-9AF60CF8178C}"/>
              </a:ext>
            </a:extLst>
          </p:cNvPr>
          <p:cNvSpPr txBox="1"/>
          <p:nvPr/>
        </p:nvSpPr>
        <p:spPr>
          <a:xfrm>
            <a:off x="5135893" y="2728573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="" xmlns:a16="http://schemas.microsoft.com/office/drawing/2014/main" id="{AD004D35-8879-430C-AC4F-09664875FC04}"/>
              </a:ext>
            </a:extLst>
          </p:cNvPr>
          <p:cNvSpPr txBox="1"/>
          <p:nvPr/>
        </p:nvSpPr>
        <p:spPr>
          <a:xfrm>
            <a:off x="5135893" y="3007314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="" xmlns:a16="http://schemas.microsoft.com/office/drawing/2014/main" id="{E0470493-CB1D-497B-AA91-8166E19728AC}"/>
              </a:ext>
            </a:extLst>
          </p:cNvPr>
          <p:cNvSpPr txBox="1"/>
          <p:nvPr/>
        </p:nvSpPr>
        <p:spPr>
          <a:xfrm>
            <a:off x="5135893" y="3367354"/>
            <a:ext cx="2112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="" xmlns:a16="http://schemas.microsoft.com/office/drawing/2014/main" id="{FA16F382-533D-48DB-A4E1-6F99301BDA90}"/>
              </a:ext>
            </a:extLst>
          </p:cNvPr>
          <p:cNvCxnSpPr>
            <a:cxnSpLocks/>
          </p:cNvCxnSpPr>
          <p:nvPr/>
        </p:nvCxnSpPr>
        <p:spPr>
          <a:xfrm flipH="1">
            <a:off x="7475094" y="3907879"/>
            <a:ext cx="1117185" cy="1174603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="" xmlns:a16="http://schemas.microsoft.com/office/drawing/2014/main" id="{438A201C-C8C3-404F-8076-BD16333CB981}"/>
              </a:ext>
            </a:extLst>
          </p:cNvPr>
          <p:cNvSpPr txBox="1"/>
          <p:nvPr/>
        </p:nvSpPr>
        <p:spPr>
          <a:xfrm>
            <a:off x="4943873" y="4365104"/>
            <a:ext cx="1121036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 smtClean="0"/>
              <a:t>copyX</a:t>
            </a:r>
            <a:endParaRPr lang="fr-FR" sz="1600" b="1" dirty="0"/>
          </a:p>
        </p:txBody>
      </p:sp>
      <p:sp>
        <p:nvSpPr>
          <p:cNvPr id="61" name="ZoneTexte 60">
            <a:extLst>
              <a:ext uri="{FF2B5EF4-FFF2-40B4-BE49-F238E27FC236}">
                <a16:creationId xmlns="" xmlns:a16="http://schemas.microsoft.com/office/drawing/2014/main" id="{9EA5C9C4-A98B-43F1-B0CB-F95917B23189}"/>
              </a:ext>
            </a:extLst>
          </p:cNvPr>
          <p:cNvSpPr txBox="1"/>
          <p:nvPr/>
        </p:nvSpPr>
        <p:spPr>
          <a:xfrm>
            <a:off x="6192011" y="4365103"/>
            <a:ext cx="11639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 smtClean="0"/>
              <a:t>copyY</a:t>
            </a:r>
            <a:endParaRPr lang="fr-FR" sz="1600" b="1" dirty="0"/>
          </a:p>
        </p:txBody>
      </p:sp>
      <p:sp>
        <p:nvSpPr>
          <p:cNvPr id="62" name="ZoneTexte 61">
            <a:extLst>
              <a:ext uri="{FF2B5EF4-FFF2-40B4-BE49-F238E27FC236}">
                <a16:creationId xmlns="" xmlns:a16="http://schemas.microsoft.com/office/drawing/2014/main" id="{9B822D6E-463F-4AE9-8C82-C938753C8341}"/>
              </a:ext>
            </a:extLst>
          </p:cNvPr>
          <p:cNvSpPr txBox="1"/>
          <p:nvPr/>
        </p:nvSpPr>
        <p:spPr>
          <a:xfrm>
            <a:off x="7440150" y="4365103"/>
            <a:ext cx="106798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 smtClean="0"/>
              <a:t>CopyZ</a:t>
            </a:r>
            <a:endParaRPr lang="fr-FR" sz="1600" b="1" dirty="0"/>
          </a:p>
        </p:txBody>
      </p:sp>
      <p:sp>
        <p:nvSpPr>
          <p:cNvPr id="44" name="ZoneTexte 43">
            <a:extLst>
              <a:ext uri="{FF2B5EF4-FFF2-40B4-BE49-F238E27FC236}">
                <a16:creationId xmlns="" xmlns:a16="http://schemas.microsoft.com/office/drawing/2014/main" id="{42D1A6BD-2814-4E0C-80AA-D7112D5CE7BD}"/>
              </a:ext>
            </a:extLst>
          </p:cNvPr>
          <p:cNvSpPr txBox="1"/>
          <p:nvPr/>
        </p:nvSpPr>
        <p:spPr>
          <a:xfrm>
            <a:off x="5711957" y="5090031"/>
            <a:ext cx="2010965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C11</a:t>
            </a:r>
            <a:endParaRPr lang="fr-FR" sz="4000" b="1" dirty="0"/>
          </a:p>
        </p:txBody>
      </p:sp>
      <p:sp>
        <p:nvSpPr>
          <p:cNvPr id="45" name="ZoneTexte 44">
            <a:extLst>
              <a:ext uri="{FF2B5EF4-FFF2-40B4-BE49-F238E27FC236}">
                <a16:creationId xmlns="" xmlns:a16="http://schemas.microsoft.com/office/drawing/2014/main" id="{974620C7-7EDA-4E1D-9196-C5D0E18F7A3A}"/>
              </a:ext>
            </a:extLst>
          </p:cNvPr>
          <p:cNvSpPr txBox="1"/>
          <p:nvPr/>
        </p:nvSpPr>
        <p:spPr>
          <a:xfrm>
            <a:off x="7824193" y="5085184"/>
            <a:ext cx="2263412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CC11</a:t>
            </a:r>
            <a:endParaRPr lang="fr-FR" sz="4000" b="1" dirty="0"/>
          </a:p>
        </p:txBody>
      </p:sp>
      <p:sp>
        <p:nvSpPr>
          <p:cNvPr id="46" name="ZoneTexte 45">
            <a:extLst>
              <a:ext uri="{FF2B5EF4-FFF2-40B4-BE49-F238E27FC236}">
                <a16:creationId xmlns="" xmlns:a16="http://schemas.microsoft.com/office/drawing/2014/main" id="{8E19357A-8CA3-4D8A-8D30-78F87A6EEBAE}"/>
              </a:ext>
            </a:extLst>
          </p:cNvPr>
          <p:cNvSpPr txBox="1"/>
          <p:nvPr/>
        </p:nvSpPr>
        <p:spPr>
          <a:xfrm>
            <a:off x="10224459" y="5097378"/>
            <a:ext cx="1865045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 </a:t>
            </a:r>
            <a:r>
              <a:rPr lang="fr-FR" sz="4000" b="1" dirty="0"/>
              <a:t>CE1</a:t>
            </a:r>
          </a:p>
        </p:txBody>
      </p:sp>
      <p:sp>
        <p:nvSpPr>
          <p:cNvPr id="49" name="Flèche : courbe vers le haut 48">
            <a:extLst>
              <a:ext uri="{FF2B5EF4-FFF2-40B4-BE49-F238E27FC236}">
                <a16:creationId xmlns="" xmlns:a16="http://schemas.microsoft.com/office/drawing/2014/main" id="{B135C74E-B57E-4D5A-9239-EFB007ECEDE5}"/>
              </a:ext>
            </a:extLst>
          </p:cNvPr>
          <p:cNvSpPr/>
          <p:nvPr/>
        </p:nvSpPr>
        <p:spPr>
          <a:xfrm>
            <a:off x="1007435" y="5719048"/>
            <a:ext cx="6336704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0" name="Flèche : courbe vers le haut 49">
            <a:extLst>
              <a:ext uri="{FF2B5EF4-FFF2-40B4-BE49-F238E27FC236}">
                <a16:creationId xmlns="" xmlns:a16="http://schemas.microsoft.com/office/drawing/2014/main" id="{2AB6850F-8DEC-4B04-835B-1C2EC90CBBED}"/>
              </a:ext>
            </a:extLst>
          </p:cNvPr>
          <p:cNvSpPr/>
          <p:nvPr/>
        </p:nvSpPr>
        <p:spPr>
          <a:xfrm>
            <a:off x="3023659" y="5733256"/>
            <a:ext cx="6336704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1" name="Flèche : courbe vers le haut 50">
            <a:extLst>
              <a:ext uri="{FF2B5EF4-FFF2-40B4-BE49-F238E27FC236}">
                <a16:creationId xmlns="" xmlns:a16="http://schemas.microsoft.com/office/drawing/2014/main" id="{DC3F1634-A699-4438-9980-80675E70DFE4}"/>
              </a:ext>
            </a:extLst>
          </p:cNvPr>
          <p:cNvSpPr/>
          <p:nvPr/>
        </p:nvSpPr>
        <p:spPr>
          <a:xfrm>
            <a:off x="4751851" y="5765528"/>
            <a:ext cx="6336704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="" xmlns:a16="http://schemas.microsoft.com/office/drawing/2014/main" id="{1B31D056-2313-4776-8FB6-B32AA048829A}"/>
              </a:ext>
            </a:extLst>
          </p:cNvPr>
          <p:cNvSpPr/>
          <p:nvPr/>
        </p:nvSpPr>
        <p:spPr>
          <a:xfrm>
            <a:off x="8142233" y="3399554"/>
            <a:ext cx="1218132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C11</a:t>
            </a:r>
            <a:endParaRPr lang="fr-FR" dirty="0"/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06FE4AF8-87FA-43A8-9F97-7F02B5B54025}"/>
              </a:ext>
            </a:extLst>
          </p:cNvPr>
          <p:cNvSpPr/>
          <p:nvPr/>
        </p:nvSpPr>
        <p:spPr>
          <a:xfrm>
            <a:off x="9360365" y="3399554"/>
            <a:ext cx="1248139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CC11</a:t>
            </a:r>
            <a:endParaRPr lang="fr-FR" dirty="0"/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B175473E-D118-42E7-B08D-5464CAF2D239}"/>
              </a:ext>
            </a:extLst>
          </p:cNvPr>
          <p:cNvSpPr/>
          <p:nvPr/>
        </p:nvSpPr>
        <p:spPr>
          <a:xfrm>
            <a:off x="10608503" y="3399554"/>
            <a:ext cx="1344148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CE1</a:t>
            </a:r>
            <a:endParaRPr lang="fr-FR" dirty="0"/>
          </a:p>
        </p:txBody>
      </p:sp>
      <p:sp>
        <p:nvSpPr>
          <p:cNvPr id="55" name="Ellipse 54">
            <a:extLst>
              <a:ext uri="{FF2B5EF4-FFF2-40B4-BE49-F238E27FC236}">
                <a16:creationId xmlns="" xmlns:a16="http://schemas.microsoft.com/office/drawing/2014/main" id="{526D5266-24F0-46E4-9F39-E579D3B45645}"/>
              </a:ext>
            </a:extLst>
          </p:cNvPr>
          <p:cNvSpPr/>
          <p:nvPr/>
        </p:nvSpPr>
        <p:spPr>
          <a:xfrm>
            <a:off x="4402754" y="3953624"/>
            <a:ext cx="4957607" cy="923631"/>
          </a:xfrm>
          <a:prstGeom prst="ellipse">
            <a:avLst/>
          </a:prstGeom>
          <a:noFill/>
          <a:ln w="57150">
            <a:solidFill>
              <a:srgbClr val="66FF3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="" xmlns:a16="http://schemas.microsoft.com/office/drawing/2014/main" id="{E2824203-17E0-4A51-AF9F-2D60F10AF688}"/>
              </a:ext>
            </a:extLst>
          </p:cNvPr>
          <p:cNvCxnSpPr>
            <a:cxnSpLocks/>
          </p:cNvCxnSpPr>
          <p:nvPr/>
        </p:nvCxnSpPr>
        <p:spPr>
          <a:xfrm>
            <a:off x="9744405" y="3907878"/>
            <a:ext cx="0" cy="118950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="" xmlns:a16="http://schemas.microsoft.com/office/drawing/2014/main" id="{61EDE5E9-45B6-4A89-942B-648631BD1252}"/>
              </a:ext>
            </a:extLst>
          </p:cNvPr>
          <p:cNvCxnSpPr>
            <a:cxnSpLocks/>
          </p:cNvCxnSpPr>
          <p:nvPr/>
        </p:nvCxnSpPr>
        <p:spPr>
          <a:xfrm>
            <a:off x="11088555" y="3907878"/>
            <a:ext cx="384043" cy="118950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="" xmlns:a16="http://schemas.microsoft.com/office/drawing/2014/main" id="{FE600EAD-B4AB-42FF-AB30-38D059BAF182}"/>
              </a:ext>
            </a:extLst>
          </p:cNvPr>
          <p:cNvSpPr/>
          <p:nvPr/>
        </p:nvSpPr>
        <p:spPr>
          <a:xfrm>
            <a:off x="5999990" y="3397911"/>
            <a:ext cx="711033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x</a:t>
            </a:r>
            <a:endParaRPr lang="fr-FR" dirty="0"/>
          </a:p>
        </p:txBody>
      </p: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07604591-47E5-4B0B-9EE0-D53597C5E538}"/>
              </a:ext>
            </a:extLst>
          </p:cNvPr>
          <p:cNvSpPr/>
          <p:nvPr/>
        </p:nvSpPr>
        <p:spPr>
          <a:xfrm>
            <a:off x="6663587" y="3397911"/>
            <a:ext cx="728548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y</a:t>
            </a:r>
            <a:endParaRPr lang="fr-FR" dirty="0"/>
          </a:p>
        </p:txBody>
      </p:sp>
      <p:sp>
        <p:nvSpPr>
          <p:cNvPr id="70" name="Rectangle 69">
            <a:extLst>
              <a:ext uri="{FF2B5EF4-FFF2-40B4-BE49-F238E27FC236}">
                <a16:creationId xmlns="" xmlns:a16="http://schemas.microsoft.com/office/drawing/2014/main" id="{1D59E45E-EA76-41E9-B5C1-6506C231738A}"/>
              </a:ext>
            </a:extLst>
          </p:cNvPr>
          <p:cNvSpPr/>
          <p:nvPr/>
        </p:nvSpPr>
        <p:spPr>
          <a:xfrm>
            <a:off x="7356005" y="3399554"/>
            <a:ext cx="784591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z</a:t>
            </a:r>
            <a:endParaRPr lang="fr-FR" dirty="0"/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="" xmlns:a16="http://schemas.microsoft.com/office/drawing/2014/main" id="{CF9882C0-E8E8-4638-A847-73520C718685}"/>
              </a:ext>
            </a:extLst>
          </p:cNvPr>
          <p:cNvCxnSpPr>
            <a:cxnSpLocks/>
          </p:cNvCxnSpPr>
          <p:nvPr/>
        </p:nvCxnSpPr>
        <p:spPr>
          <a:xfrm>
            <a:off x="3119669" y="3846618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="" xmlns:a16="http://schemas.microsoft.com/office/drawing/2014/main" id="{B4FE19F5-0721-4FFF-9FEA-EEF15878C9A5}"/>
              </a:ext>
            </a:extLst>
          </p:cNvPr>
          <p:cNvCxnSpPr>
            <a:cxnSpLocks/>
          </p:cNvCxnSpPr>
          <p:nvPr/>
        </p:nvCxnSpPr>
        <p:spPr>
          <a:xfrm>
            <a:off x="4367808" y="3846618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="" xmlns:a16="http://schemas.microsoft.com/office/drawing/2014/main" id="{4E8B4962-58CB-4242-950B-C87E15AF23C9}"/>
              </a:ext>
            </a:extLst>
          </p:cNvPr>
          <p:cNvCxnSpPr>
            <a:cxnSpLocks/>
          </p:cNvCxnSpPr>
          <p:nvPr/>
        </p:nvCxnSpPr>
        <p:spPr>
          <a:xfrm>
            <a:off x="5999990" y="3953623"/>
            <a:ext cx="1" cy="41148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="" xmlns:a16="http://schemas.microsoft.com/office/drawing/2014/main" id="{F0FBF75F-03CE-471A-BF93-C0AFB48D2F46}"/>
              </a:ext>
            </a:extLst>
          </p:cNvPr>
          <p:cNvCxnSpPr>
            <a:cxnSpLocks/>
          </p:cNvCxnSpPr>
          <p:nvPr/>
        </p:nvCxnSpPr>
        <p:spPr>
          <a:xfrm>
            <a:off x="6960096" y="3953623"/>
            <a:ext cx="0" cy="41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="" xmlns:a16="http://schemas.microsoft.com/office/drawing/2014/main" id="{08178403-D6A6-4C5D-A5BA-04367242A8A1}"/>
              </a:ext>
            </a:extLst>
          </p:cNvPr>
          <p:cNvCxnSpPr>
            <a:cxnSpLocks/>
          </p:cNvCxnSpPr>
          <p:nvPr/>
        </p:nvCxnSpPr>
        <p:spPr>
          <a:xfrm>
            <a:off x="7632171" y="3953623"/>
            <a:ext cx="0" cy="41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Bulle narrative : ronde 65">
            <a:extLst>
              <a:ext uri="{FF2B5EF4-FFF2-40B4-BE49-F238E27FC236}">
                <a16:creationId xmlns="" xmlns:a16="http://schemas.microsoft.com/office/drawing/2014/main" id="{83B2BD75-315B-47FF-9C35-9A0B65283391}"/>
              </a:ext>
            </a:extLst>
          </p:cNvPr>
          <p:cNvSpPr/>
          <p:nvPr/>
        </p:nvSpPr>
        <p:spPr>
          <a:xfrm>
            <a:off x="6832995" y="1292972"/>
            <a:ext cx="5000293" cy="634314"/>
          </a:xfrm>
          <a:prstGeom prst="wedgeEllipseCallout">
            <a:avLst>
              <a:gd name="adj1" fmla="val -42922"/>
              <a:gd name="adj2" fmla="val 35760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This memory space will </a:t>
            </a:r>
            <a:r>
              <a:rPr lang="en-US" sz="2000" dirty="0" smtClean="0">
                <a:solidFill>
                  <a:srgbClr val="FF0000"/>
                </a:solidFill>
              </a:rPr>
              <a:t>not be released</a:t>
            </a:r>
            <a:r>
              <a:rPr lang="fr-FR" sz="2000" b="1" dirty="0" smtClean="0">
                <a:solidFill>
                  <a:srgbClr val="FF0000"/>
                </a:solidFill>
              </a:rPr>
              <a:t>!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17" name="Ruban : incliné vers le haut 16">
            <a:extLst>
              <a:ext uri="{FF2B5EF4-FFF2-40B4-BE49-F238E27FC236}">
                <a16:creationId xmlns="" xmlns:a16="http://schemas.microsoft.com/office/drawing/2014/main" id="{52470756-8831-4AAD-91A4-C3D96514A252}"/>
              </a:ext>
            </a:extLst>
          </p:cNvPr>
          <p:cNvSpPr/>
          <p:nvPr/>
        </p:nvSpPr>
        <p:spPr>
          <a:xfrm>
            <a:off x="3778925" y="2249442"/>
            <a:ext cx="2322579" cy="389456"/>
          </a:xfrm>
          <a:prstGeom prst="ribbon2">
            <a:avLst/>
          </a:prstGeom>
          <a:ln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/>
          </a:p>
          <a:p>
            <a:pPr algn="ctr"/>
            <a:r>
              <a:rPr lang="fr-FR" b="1" dirty="0"/>
              <a:t>D = A</a:t>
            </a:r>
          </a:p>
          <a:p>
            <a:pPr algn="ctr"/>
            <a:endParaRPr lang="fr-FR" dirty="0"/>
          </a:p>
        </p:txBody>
      </p:sp>
      <p:sp>
        <p:nvSpPr>
          <p:cNvPr id="77" name="Rectangle : avec coins arrondis en diagonale 76">
            <a:extLst>
              <a:ext uri="{FF2B5EF4-FFF2-40B4-BE49-F238E27FC236}">
                <a16:creationId xmlns="" xmlns:a16="http://schemas.microsoft.com/office/drawing/2014/main" id="{1654BFDF-5013-42EF-B273-A27599BEF1F2}"/>
              </a:ext>
            </a:extLst>
          </p:cNvPr>
          <p:cNvSpPr/>
          <p:nvPr/>
        </p:nvSpPr>
        <p:spPr>
          <a:xfrm>
            <a:off x="143339" y="2060848"/>
            <a:ext cx="864096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pic>
        <p:nvPicPr>
          <p:cNvPr id="67" name="Picture 2">
            <a:extLst>
              <a:ext uri="{FF2B5EF4-FFF2-40B4-BE49-F238E27FC236}">
                <a16:creationId xmlns="" xmlns:a16="http://schemas.microsoft.com/office/drawing/2014/main" id="{DC6744E3-E780-4E19-B4EC-B20D41650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5359007" y="1177365"/>
            <a:ext cx="1077631" cy="80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Rectangle : avec coins arrondis en diagonale 58">
            <a:extLst>
              <a:ext uri="{FF2B5EF4-FFF2-40B4-BE49-F238E27FC236}">
                <a16:creationId xmlns="" xmlns:a16="http://schemas.microsoft.com/office/drawing/2014/main" id="{21EDECF0-4259-47AD-A42E-DE929CBB5E28}"/>
              </a:ext>
            </a:extLst>
          </p:cNvPr>
          <p:cNvSpPr/>
          <p:nvPr/>
        </p:nvSpPr>
        <p:spPr>
          <a:xfrm>
            <a:off x="1606308" y="2223168"/>
            <a:ext cx="1544457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Originale</a:t>
            </a:r>
          </a:p>
        </p:txBody>
      </p:sp>
      <p:sp>
        <p:nvSpPr>
          <p:cNvPr id="63" name="Rectangle : avec coins arrondis en diagonale 62">
            <a:extLst>
              <a:ext uri="{FF2B5EF4-FFF2-40B4-BE49-F238E27FC236}">
                <a16:creationId xmlns="" xmlns:a16="http://schemas.microsoft.com/office/drawing/2014/main" id="{058A9361-098E-4596-836F-F2FE7E1E3C71}"/>
              </a:ext>
            </a:extLst>
          </p:cNvPr>
          <p:cNvSpPr/>
          <p:nvPr/>
        </p:nvSpPr>
        <p:spPr>
          <a:xfrm>
            <a:off x="8709389" y="2700189"/>
            <a:ext cx="3380116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xmlns="" val="29760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6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fr-FR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4EAF990A-F94C-4CE8-95BB-C58F802E4195}"/>
              </a:ext>
            </a:extLst>
          </p:cNvPr>
          <p:cNvSpPr txBox="1"/>
          <p:nvPr/>
        </p:nvSpPr>
        <p:spPr>
          <a:xfrm>
            <a:off x="1828983" y="499429"/>
            <a:ext cx="7550197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477849F-D2AE-4E42-A7B0-F6B460BED3E5}"/>
              </a:ext>
            </a:extLst>
          </p:cNvPr>
          <p:cNvSpPr/>
          <p:nvPr/>
        </p:nvSpPr>
        <p:spPr>
          <a:xfrm>
            <a:off x="955734" y="2214003"/>
            <a:ext cx="3600400" cy="174181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23">
            <a:extLst>
              <a:ext uri="{FF2B5EF4-FFF2-40B4-BE49-F238E27FC236}">
                <a16:creationId xmlns:a16="http://schemas.microsoft.com/office/drawing/2014/main" xmlns="" id="{7651A45F-3613-4233-8AD2-69ECEC8B56C5}"/>
              </a:ext>
            </a:extLst>
          </p:cNvPr>
          <p:cNvSpPr txBox="1"/>
          <p:nvPr/>
        </p:nvSpPr>
        <p:spPr>
          <a:xfrm>
            <a:off x="1129117" y="2552527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10" name="ZoneTexte 24">
            <a:extLst>
              <a:ext uri="{FF2B5EF4-FFF2-40B4-BE49-F238E27FC236}">
                <a16:creationId xmlns:a16="http://schemas.microsoft.com/office/drawing/2014/main" xmlns="" id="{76AD07DA-5CCA-4714-8B32-079D28051F03}"/>
              </a:ext>
            </a:extLst>
          </p:cNvPr>
          <p:cNvSpPr txBox="1"/>
          <p:nvPr/>
        </p:nvSpPr>
        <p:spPr>
          <a:xfrm>
            <a:off x="1129117" y="2831268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11" name="ZoneTexte 25">
            <a:extLst>
              <a:ext uri="{FF2B5EF4-FFF2-40B4-BE49-F238E27FC236}">
                <a16:creationId xmlns:a16="http://schemas.microsoft.com/office/drawing/2014/main" xmlns="" id="{E713255B-59FC-4587-A272-543E8E7788CB}"/>
              </a:ext>
            </a:extLst>
          </p:cNvPr>
          <p:cNvSpPr txBox="1"/>
          <p:nvPr/>
        </p:nvSpPr>
        <p:spPr>
          <a:xfrm>
            <a:off x="1129117" y="319130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D2B9B35-4383-4DF7-B6E6-E4ADA020840A}"/>
              </a:ext>
            </a:extLst>
          </p:cNvPr>
          <p:cNvSpPr/>
          <p:nvPr/>
        </p:nvSpPr>
        <p:spPr>
          <a:xfrm>
            <a:off x="1684967" y="3223508"/>
            <a:ext cx="913599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C11</a:t>
            </a: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4AE495-C91F-4114-AFBD-4605895102F5}"/>
              </a:ext>
            </a:extLst>
          </p:cNvPr>
          <p:cNvSpPr/>
          <p:nvPr/>
        </p:nvSpPr>
        <p:spPr>
          <a:xfrm>
            <a:off x="2549062" y="3223508"/>
            <a:ext cx="1066377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CC11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0C779B8-F99B-4AEE-B945-096C630F8215}"/>
              </a:ext>
            </a:extLst>
          </p:cNvPr>
          <p:cNvSpPr/>
          <p:nvPr/>
        </p:nvSpPr>
        <p:spPr>
          <a:xfrm>
            <a:off x="3557175" y="3223508"/>
            <a:ext cx="934230" cy="41843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@</a:t>
            </a:r>
            <a:r>
              <a:rPr lang="fr-FR" sz="2000" dirty="0"/>
              <a:t>CE1</a:t>
            </a:r>
            <a:endParaRPr lang="fr-FR" dirty="0"/>
          </a:p>
        </p:txBody>
      </p:sp>
      <p:cxnSp>
        <p:nvCxnSpPr>
          <p:cNvPr id="15" name="Connecteur droit avec flèche 29">
            <a:extLst>
              <a:ext uri="{FF2B5EF4-FFF2-40B4-BE49-F238E27FC236}">
                <a16:creationId xmlns:a16="http://schemas.microsoft.com/office/drawing/2014/main" xmlns="" id="{A44A2AE5-35B3-443C-9D8A-B7B36B812C2A}"/>
              </a:ext>
            </a:extLst>
          </p:cNvPr>
          <p:cNvCxnSpPr>
            <a:cxnSpLocks/>
          </p:cNvCxnSpPr>
          <p:nvPr/>
        </p:nvCxnSpPr>
        <p:spPr>
          <a:xfrm>
            <a:off x="2045007" y="3642811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32">
            <a:extLst>
              <a:ext uri="{FF2B5EF4-FFF2-40B4-BE49-F238E27FC236}">
                <a16:creationId xmlns:a16="http://schemas.microsoft.com/office/drawing/2014/main" xmlns="" id="{20E6BF49-ED4F-494C-9DDD-D2259D3FB236}"/>
              </a:ext>
            </a:extLst>
          </p:cNvPr>
          <p:cNvSpPr txBox="1"/>
          <p:nvPr/>
        </p:nvSpPr>
        <p:spPr>
          <a:xfrm>
            <a:off x="1252919" y="4889214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C11</a:t>
            </a:r>
          </a:p>
        </p:txBody>
      </p:sp>
      <p:sp>
        <p:nvSpPr>
          <p:cNvPr id="17" name="ZoneTexte 33">
            <a:extLst>
              <a:ext uri="{FF2B5EF4-FFF2-40B4-BE49-F238E27FC236}">
                <a16:creationId xmlns:a16="http://schemas.microsoft.com/office/drawing/2014/main" xmlns="" id="{C598FC68-39F3-4994-A879-81CD883669C3}"/>
              </a:ext>
            </a:extLst>
          </p:cNvPr>
          <p:cNvSpPr txBox="1"/>
          <p:nvPr/>
        </p:nvSpPr>
        <p:spPr>
          <a:xfrm>
            <a:off x="2432345" y="4904111"/>
            <a:ext cx="1340854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CC11</a:t>
            </a:r>
          </a:p>
        </p:txBody>
      </p:sp>
      <p:sp>
        <p:nvSpPr>
          <p:cNvPr id="18" name="ZoneTexte 34">
            <a:extLst>
              <a:ext uri="{FF2B5EF4-FFF2-40B4-BE49-F238E27FC236}">
                <a16:creationId xmlns:a16="http://schemas.microsoft.com/office/drawing/2014/main" xmlns="" id="{4EB0F7D6-E3FC-4F59-8BA4-D887A2AAB3A1}"/>
              </a:ext>
            </a:extLst>
          </p:cNvPr>
          <p:cNvSpPr txBox="1"/>
          <p:nvPr/>
        </p:nvSpPr>
        <p:spPr>
          <a:xfrm>
            <a:off x="3889916" y="4896561"/>
            <a:ext cx="1076176" cy="70788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CE1</a:t>
            </a:r>
          </a:p>
        </p:txBody>
      </p:sp>
      <p:sp>
        <p:nvSpPr>
          <p:cNvPr id="19" name="Rectangle : avec coins arrondis en diagonale 35">
            <a:extLst>
              <a:ext uri="{FF2B5EF4-FFF2-40B4-BE49-F238E27FC236}">
                <a16:creationId xmlns:a16="http://schemas.microsoft.com/office/drawing/2014/main" xmlns="" id="{55D626C0-5EB3-4156-84D4-E349D0951B18}"/>
              </a:ext>
            </a:extLst>
          </p:cNvPr>
          <p:cNvSpPr/>
          <p:nvPr/>
        </p:nvSpPr>
        <p:spPr>
          <a:xfrm>
            <a:off x="4781311" y="1867581"/>
            <a:ext cx="648072" cy="263062"/>
          </a:xfrm>
          <a:prstGeom prst="round2Diag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E1795937-3AAD-4E35-9F69-6C534398C581}"/>
              </a:ext>
            </a:extLst>
          </p:cNvPr>
          <p:cNvSpPr/>
          <p:nvPr/>
        </p:nvSpPr>
        <p:spPr>
          <a:xfrm>
            <a:off x="4712970" y="2214003"/>
            <a:ext cx="5252905" cy="1741810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37">
            <a:extLst>
              <a:ext uri="{FF2B5EF4-FFF2-40B4-BE49-F238E27FC236}">
                <a16:creationId xmlns:a16="http://schemas.microsoft.com/office/drawing/2014/main" xmlns="" id="{0AFE5F8B-72B4-49FA-9D88-9AF60CF8178C}"/>
              </a:ext>
            </a:extLst>
          </p:cNvPr>
          <p:cNvSpPr txBox="1"/>
          <p:nvPr/>
        </p:nvSpPr>
        <p:spPr>
          <a:xfrm>
            <a:off x="4781311" y="2535306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Name </a:t>
            </a:r>
            <a:r>
              <a:rPr lang="fr-FR" dirty="0"/>
              <a:t>: «  »</a:t>
            </a:r>
          </a:p>
        </p:txBody>
      </p:sp>
      <p:sp>
        <p:nvSpPr>
          <p:cNvPr id="22" name="ZoneTexte 38">
            <a:extLst>
              <a:ext uri="{FF2B5EF4-FFF2-40B4-BE49-F238E27FC236}">
                <a16:creationId xmlns:a16="http://schemas.microsoft.com/office/drawing/2014/main" xmlns="" id="{AD004D35-8879-430C-AC4F-09664875FC04}"/>
              </a:ext>
            </a:extLst>
          </p:cNvPr>
          <p:cNvSpPr txBox="1"/>
          <p:nvPr/>
        </p:nvSpPr>
        <p:spPr>
          <a:xfrm>
            <a:off x="4781311" y="2814047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Adress</a:t>
            </a:r>
            <a:r>
              <a:rPr lang="fr-FR" dirty="0" smtClean="0"/>
              <a:t>  </a:t>
            </a:r>
            <a:r>
              <a:rPr lang="fr-FR" dirty="0"/>
              <a:t>: «  »</a:t>
            </a:r>
          </a:p>
        </p:txBody>
      </p:sp>
      <p:sp>
        <p:nvSpPr>
          <p:cNvPr id="23" name="ZoneTexte 39">
            <a:extLst>
              <a:ext uri="{FF2B5EF4-FFF2-40B4-BE49-F238E27FC236}">
                <a16:creationId xmlns:a16="http://schemas.microsoft.com/office/drawing/2014/main" xmlns="" id="{E0470493-CB1D-497B-AA91-8166E19728AC}"/>
              </a:ext>
            </a:extLst>
          </p:cNvPr>
          <p:cNvSpPr txBox="1"/>
          <p:nvPr/>
        </p:nvSpPr>
        <p:spPr>
          <a:xfrm>
            <a:off x="4781311" y="3174087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 : </a:t>
            </a:r>
          </a:p>
        </p:txBody>
      </p:sp>
      <p:cxnSp>
        <p:nvCxnSpPr>
          <p:cNvPr id="24" name="Connecteur droit avec flèche 55">
            <a:extLst>
              <a:ext uri="{FF2B5EF4-FFF2-40B4-BE49-F238E27FC236}">
                <a16:creationId xmlns:a16="http://schemas.microsoft.com/office/drawing/2014/main" xmlns="" id="{FA16F382-533D-48DB-A4E1-6F99301BDA90}"/>
              </a:ext>
            </a:extLst>
          </p:cNvPr>
          <p:cNvCxnSpPr>
            <a:cxnSpLocks/>
          </p:cNvCxnSpPr>
          <p:nvPr/>
        </p:nvCxnSpPr>
        <p:spPr>
          <a:xfrm flipH="1">
            <a:off x="6535711" y="3714611"/>
            <a:ext cx="837889" cy="1174603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59">
            <a:extLst>
              <a:ext uri="{FF2B5EF4-FFF2-40B4-BE49-F238E27FC236}">
                <a16:creationId xmlns:a16="http://schemas.microsoft.com/office/drawing/2014/main" xmlns="" id="{438A201C-C8C3-404F-8076-BD16333CB981}"/>
              </a:ext>
            </a:extLst>
          </p:cNvPr>
          <p:cNvSpPr txBox="1"/>
          <p:nvPr/>
        </p:nvSpPr>
        <p:spPr>
          <a:xfrm>
            <a:off x="4667929" y="4171837"/>
            <a:ext cx="85967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smtClean="0"/>
              <a:t>copy X</a:t>
            </a:r>
            <a:endParaRPr lang="fr-FR" sz="1600" b="1" dirty="0"/>
          </a:p>
        </p:txBody>
      </p:sp>
      <p:sp>
        <p:nvSpPr>
          <p:cNvPr id="26" name="ZoneTexte 60">
            <a:extLst>
              <a:ext uri="{FF2B5EF4-FFF2-40B4-BE49-F238E27FC236}">
                <a16:creationId xmlns:a16="http://schemas.microsoft.com/office/drawing/2014/main" xmlns="" id="{9EA5C9C4-A98B-43F1-B0CB-F95917B23189}"/>
              </a:ext>
            </a:extLst>
          </p:cNvPr>
          <p:cNvSpPr txBox="1"/>
          <p:nvPr/>
        </p:nvSpPr>
        <p:spPr>
          <a:xfrm>
            <a:off x="5726898" y="4171837"/>
            <a:ext cx="782605" cy="584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 smtClean="0"/>
              <a:t>copyY</a:t>
            </a:r>
            <a:endParaRPr lang="fr-FR" sz="1600" b="1" dirty="0"/>
          </a:p>
        </p:txBody>
      </p:sp>
      <p:sp>
        <p:nvSpPr>
          <p:cNvPr id="27" name="ZoneTexte 61">
            <a:extLst>
              <a:ext uri="{FF2B5EF4-FFF2-40B4-BE49-F238E27FC236}">
                <a16:creationId xmlns:a16="http://schemas.microsoft.com/office/drawing/2014/main" xmlns="" id="{9B822D6E-463F-4AE9-8C82-C938753C8341}"/>
              </a:ext>
            </a:extLst>
          </p:cNvPr>
          <p:cNvSpPr txBox="1"/>
          <p:nvPr/>
        </p:nvSpPr>
        <p:spPr>
          <a:xfrm>
            <a:off x="6657943" y="4171837"/>
            <a:ext cx="85967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 smtClean="0"/>
              <a:t>copyZ</a:t>
            </a:r>
            <a:endParaRPr lang="fr-FR" sz="1600" b="1" dirty="0"/>
          </a:p>
        </p:txBody>
      </p:sp>
      <p:sp>
        <p:nvSpPr>
          <p:cNvPr id="28" name="ZoneTexte 43">
            <a:extLst>
              <a:ext uri="{FF2B5EF4-FFF2-40B4-BE49-F238E27FC236}">
                <a16:creationId xmlns:a16="http://schemas.microsoft.com/office/drawing/2014/main" xmlns="" id="{42D1A6BD-2814-4E0C-80AA-D7112D5CE7BD}"/>
              </a:ext>
            </a:extLst>
          </p:cNvPr>
          <p:cNvSpPr txBox="1"/>
          <p:nvPr/>
        </p:nvSpPr>
        <p:spPr>
          <a:xfrm>
            <a:off x="5213359" y="4896764"/>
            <a:ext cx="1508224" cy="7078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C11</a:t>
            </a:r>
            <a:endParaRPr lang="fr-FR" sz="4000" b="1" dirty="0"/>
          </a:p>
        </p:txBody>
      </p:sp>
      <p:sp>
        <p:nvSpPr>
          <p:cNvPr id="29" name="ZoneTexte 44">
            <a:extLst>
              <a:ext uri="{FF2B5EF4-FFF2-40B4-BE49-F238E27FC236}">
                <a16:creationId xmlns:a16="http://schemas.microsoft.com/office/drawing/2014/main" xmlns="" id="{974620C7-7EDA-4E1D-9196-C5D0E18F7A3A}"/>
              </a:ext>
            </a:extLst>
          </p:cNvPr>
          <p:cNvSpPr txBox="1"/>
          <p:nvPr/>
        </p:nvSpPr>
        <p:spPr>
          <a:xfrm>
            <a:off x="6797535" y="4891917"/>
            <a:ext cx="1697559" cy="132343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</a:t>
            </a:r>
            <a:r>
              <a:rPr lang="fr-FR" sz="4000" b="1" dirty="0" smtClean="0"/>
              <a:t>CC11</a:t>
            </a:r>
            <a:endParaRPr lang="fr-FR" sz="4000" b="1" dirty="0"/>
          </a:p>
        </p:txBody>
      </p:sp>
      <p:sp>
        <p:nvSpPr>
          <p:cNvPr id="30" name="ZoneTexte 45">
            <a:extLst>
              <a:ext uri="{FF2B5EF4-FFF2-40B4-BE49-F238E27FC236}">
                <a16:creationId xmlns:a16="http://schemas.microsoft.com/office/drawing/2014/main" xmlns="" id="{8E19357A-8CA3-4D8A-8D30-78F87A6EEBAE}"/>
              </a:ext>
            </a:extLst>
          </p:cNvPr>
          <p:cNvSpPr txBox="1"/>
          <p:nvPr/>
        </p:nvSpPr>
        <p:spPr>
          <a:xfrm>
            <a:off x="8597735" y="4904111"/>
            <a:ext cx="1398784" cy="89255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Copy </a:t>
            </a:r>
            <a:r>
              <a:rPr lang="fr-FR" sz="4000" b="1" dirty="0"/>
              <a:t>CE1</a:t>
            </a:r>
          </a:p>
        </p:txBody>
      </p:sp>
      <p:sp>
        <p:nvSpPr>
          <p:cNvPr id="31" name="Flèche : courbe vers le haut 48">
            <a:extLst>
              <a:ext uri="{FF2B5EF4-FFF2-40B4-BE49-F238E27FC236}">
                <a16:creationId xmlns:a16="http://schemas.microsoft.com/office/drawing/2014/main" xmlns="" id="{B135C74E-B57E-4D5A-9239-EFB007ECEDE5}"/>
              </a:ext>
            </a:extLst>
          </p:cNvPr>
          <p:cNvSpPr/>
          <p:nvPr/>
        </p:nvSpPr>
        <p:spPr>
          <a:xfrm>
            <a:off x="1684967" y="5525781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2" name="Flèche : courbe vers le haut 49">
            <a:extLst>
              <a:ext uri="{FF2B5EF4-FFF2-40B4-BE49-F238E27FC236}">
                <a16:creationId xmlns:a16="http://schemas.microsoft.com/office/drawing/2014/main" xmlns="" id="{2AB6850F-8DEC-4B04-835B-1C2EC90CBBED}"/>
              </a:ext>
            </a:extLst>
          </p:cNvPr>
          <p:cNvSpPr/>
          <p:nvPr/>
        </p:nvSpPr>
        <p:spPr>
          <a:xfrm>
            <a:off x="3197135" y="5539989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3" name="Flèche : courbe vers le haut 50">
            <a:extLst>
              <a:ext uri="{FF2B5EF4-FFF2-40B4-BE49-F238E27FC236}">
                <a16:creationId xmlns:a16="http://schemas.microsoft.com/office/drawing/2014/main" xmlns="" id="{DC3F1634-A699-4438-9980-80675E70DFE4}"/>
              </a:ext>
            </a:extLst>
          </p:cNvPr>
          <p:cNvSpPr/>
          <p:nvPr/>
        </p:nvSpPr>
        <p:spPr>
          <a:xfrm>
            <a:off x="4493279" y="5572261"/>
            <a:ext cx="4752528" cy="54379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1B31D056-2313-4776-8FB6-B32AA048829A}"/>
              </a:ext>
            </a:extLst>
          </p:cNvPr>
          <p:cNvSpPr/>
          <p:nvPr/>
        </p:nvSpPr>
        <p:spPr>
          <a:xfrm>
            <a:off x="7036065" y="3206287"/>
            <a:ext cx="913599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</a:t>
            </a:r>
            <a:r>
              <a:rPr lang="fr-FR" sz="2000" dirty="0" smtClean="0"/>
              <a:t>C11</a:t>
            </a:r>
            <a:endParaRPr lang="fr-FR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06FE4AF8-87FA-43A8-9F97-7F02B5B54025}"/>
              </a:ext>
            </a:extLst>
          </p:cNvPr>
          <p:cNvSpPr/>
          <p:nvPr/>
        </p:nvSpPr>
        <p:spPr>
          <a:xfrm>
            <a:off x="7949665" y="3206287"/>
            <a:ext cx="936104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 </a:t>
            </a:r>
            <a:r>
              <a:rPr lang="fr-FR" sz="2000" dirty="0" smtClean="0"/>
              <a:t>CC11</a:t>
            </a:r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B175473E-D118-42E7-B08D-5464CAF2D239}"/>
              </a:ext>
            </a:extLst>
          </p:cNvPr>
          <p:cNvSpPr/>
          <p:nvPr/>
        </p:nvSpPr>
        <p:spPr>
          <a:xfrm>
            <a:off x="8885768" y="3206287"/>
            <a:ext cx="1008111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 smtClean="0">
                <a:solidFill>
                  <a:schemeClr val="tx1"/>
                </a:solidFill>
              </a:rPr>
              <a:t>copy </a:t>
            </a:r>
            <a:r>
              <a:rPr lang="fr-FR" sz="2000" dirty="0" smtClean="0"/>
              <a:t>CE1</a:t>
            </a:r>
            <a:endParaRPr lang="fr-FR" dirty="0"/>
          </a:p>
        </p:txBody>
      </p:sp>
      <p:cxnSp>
        <p:nvCxnSpPr>
          <p:cNvPr id="37" name="Connecteur droit avec flèche 63">
            <a:extLst>
              <a:ext uri="{FF2B5EF4-FFF2-40B4-BE49-F238E27FC236}">
                <a16:creationId xmlns:a16="http://schemas.microsoft.com/office/drawing/2014/main" xmlns="" id="{E2824203-17E0-4A51-AF9F-2D60F10AF688}"/>
              </a:ext>
            </a:extLst>
          </p:cNvPr>
          <p:cNvCxnSpPr>
            <a:cxnSpLocks/>
          </p:cNvCxnSpPr>
          <p:nvPr/>
        </p:nvCxnSpPr>
        <p:spPr>
          <a:xfrm>
            <a:off x="8237695" y="3714611"/>
            <a:ext cx="0" cy="118950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64">
            <a:extLst>
              <a:ext uri="{FF2B5EF4-FFF2-40B4-BE49-F238E27FC236}">
                <a16:creationId xmlns:a16="http://schemas.microsoft.com/office/drawing/2014/main" xmlns="" id="{61EDE5E9-45B6-4A89-942B-648631BD1252}"/>
              </a:ext>
            </a:extLst>
          </p:cNvPr>
          <p:cNvCxnSpPr>
            <a:cxnSpLocks/>
          </p:cNvCxnSpPr>
          <p:nvPr/>
        </p:nvCxnSpPr>
        <p:spPr>
          <a:xfrm>
            <a:off x="9245807" y="3714611"/>
            <a:ext cx="288032" cy="1189500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FE600EAD-B4AB-42FF-AB30-38D059BAF182}"/>
              </a:ext>
            </a:extLst>
          </p:cNvPr>
          <p:cNvSpPr/>
          <p:nvPr/>
        </p:nvSpPr>
        <p:spPr>
          <a:xfrm>
            <a:off x="5429383" y="3204644"/>
            <a:ext cx="533275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x</a:t>
            </a:r>
            <a:endParaRPr lang="fr-F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07604591-47E5-4B0B-9EE0-D53597C5E538}"/>
              </a:ext>
            </a:extLst>
          </p:cNvPr>
          <p:cNvSpPr/>
          <p:nvPr/>
        </p:nvSpPr>
        <p:spPr>
          <a:xfrm>
            <a:off x="5927081" y="3204644"/>
            <a:ext cx="546411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y</a:t>
            </a:r>
            <a:endParaRPr lang="fr-F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1D59E45E-EA76-41E9-B5C1-6506C231738A}"/>
              </a:ext>
            </a:extLst>
          </p:cNvPr>
          <p:cNvSpPr/>
          <p:nvPr/>
        </p:nvSpPr>
        <p:spPr>
          <a:xfrm>
            <a:off x="6446394" y="3206287"/>
            <a:ext cx="588443" cy="525372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@</a:t>
            </a:r>
            <a:r>
              <a:rPr lang="fr-FR" dirty="0">
                <a:solidFill>
                  <a:schemeClr val="tx1"/>
                </a:solidFill>
              </a:rPr>
              <a:t>z</a:t>
            </a:r>
            <a:endParaRPr lang="fr-FR" dirty="0"/>
          </a:p>
        </p:txBody>
      </p:sp>
      <p:cxnSp>
        <p:nvCxnSpPr>
          <p:cNvPr id="42" name="Connecteur droit avec flèche 70">
            <a:extLst>
              <a:ext uri="{FF2B5EF4-FFF2-40B4-BE49-F238E27FC236}">
                <a16:creationId xmlns:a16="http://schemas.microsoft.com/office/drawing/2014/main" xmlns="" id="{CF9882C0-E8E8-4638-A847-73520C718685}"/>
              </a:ext>
            </a:extLst>
          </p:cNvPr>
          <p:cNvCxnSpPr>
            <a:cxnSpLocks/>
          </p:cNvCxnSpPr>
          <p:nvPr/>
        </p:nvCxnSpPr>
        <p:spPr>
          <a:xfrm>
            <a:off x="3269143" y="3653351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71">
            <a:extLst>
              <a:ext uri="{FF2B5EF4-FFF2-40B4-BE49-F238E27FC236}">
                <a16:creationId xmlns:a16="http://schemas.microsoft.com/office/drawing/2014/main" xmlns="" id="{B4FE19F5-0721-4FFF-9FEA-EEF15878C9A5}"/>
              </a:ext>
            </a:extLst>
          </p:cNvPr>
          <p:cNvCxnSpPr>
            <a:cxnSpLocks/>
          </p:cNvCxnSpPr>
          <p:nvPr/>
        </p:nvCxnSpPr>
        <p:spPr>
          <a:xfrm>
            <a:off x="4205247" y="3653351"/>
            <a:ext cx="0" cy="12385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72">
            <a:extLst>
              <a:ext uri="{FF2B5EF4-FFF2-40B4-BE49-F238E27FC236}">
                <a16:creationId xmlns:a16="http://schemas.microsoft.com/office/drawing/2014/main" xmlns="" id="{4E8B4962-58CB-4242-950B-C87E15AF23C9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5097765" y="3760356"/>
            <a:ext cx="585620" cy="41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73">
            <a:extLst>
              <a:ext uri="{FF2B5EF4-FFF2-40B4-BE49-F238E27FC236}">
                <a16:creationId xmlns:a16="http://schemas.microsoft.com/office/drawing/2014/main" xmlns="" id="{F0FBF75F-03CE-471A-BF93-C0AFB48D2F46}"/>
              </a:ext>
            </a:extLst>
          </p:cNvPr>
          <p:cNvCxnSpPr>
            <a:cxnSpLocks/>
          </p:cNvCxnSpPr>
          <p:nvPr/>
        </p:nvCxnSpPr>
        <p:spPr>
          <a:xfrm>
            <a:off x="6149463" y="3760356"/>
            <a:ext cx="0" cy="41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74">
            <a:extLst>
              <a:ext uri="{FF2B5EF4-FFF2-40B4-BE49-F238E27FC236}">
                <a16:creationId xmlns:a16="http://schemas.microsoft.com/office/drawing/2014/main" xmlns="" id="{08178403-D6A6-4C5D-A5BA-04367242A8A1}"/>
              </a:ext>
            </a:extLst>
          </p:cNvPr>
          <p:cNvCxnSpPr>
            <a:cxnSpLocks/>
          </p:cNvCxnSpPr>
          <p:nvPr/>
        </p:nvCxnSpPr>
        <p:spPr>
          <a:xfrm>
            <a:off x="6653519" y="3760356"/>
            <a:ext cx="288032" cy="4114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 : avec coins arrondis en diagonale 76">
            <a:extLst>
              <a:ext uri="{FF2B5EF4-FFF2-40B4-BE49-F238E27FC236}">
                <a16:creationId xmlns:a16="http://schemas.microsoft.com/office/drawing/2014/main" xmlns="" id="{1654BFDF-5013-42EF-B273-A27599BEF1F2}"/>
              </a:ext>
            </a:extLst>
          </p:cNvPr>
          <p:cNvSpPr/>
          <p:nvPr/>
        </p:nvSpPr>
        <p:spPr>
          <a:xfrm>
            <a:off x="1036895" y="1867581"/>
            <a:ext cx="648072" cy="263062"/>
          </a:xfrm>
          <a:prstGeom prst="round2Diag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A</a:t>
            </a:r>
          </a:p>
        </p:txBody>
      </p:sp>
      <p:sp>
        <p:nvSpPr>
          <p:cNvPr id="48" name="Rectangle : carré corné 56">
            <a:extLst>
              <a:ext uri="{FF2B5EF4-FFF2-40B4-BE49-F238E27FC236}">
                <a16:creationId xmlns:a16="http://schemas.microsoft.com/office/drawing/2014/main" xmlns="" id="{0470E788-A864-4076-900A-FA4A80F424E3}"/>
              </a:ext>
            </a:extLst>
          </p:cNvPr>
          <p:cNvSpPr/>
          <p:nvPr/>
        </p:nvSpPr>
        <p:spPr>
          <a:xfrm>
            <a:off x="2989475" y="1219509"/>
            <a:ext cx="6832396" cy="403700"/>
          </a:xfrm>
          <a:prstGeom prst="foldedCorner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Delete the old content of D before making the assignment</a:t>
            </a:r>
            <a:endParaRPr lang="fr-FR" dirty="0"/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xmlns="" id="{AB0394D7-621E-4418-9546-A33D0D75E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193" y="944472"/>
            <a:ext cx="1447979" cy="11373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 : avec coins arrondis en diagonale 62">
            <a:extLst>
              <a:ext uri="{FF2B5EF4-FFF2-40B4-BE49-F238E27FC236}">
                <a16:creationId xmlns:a16="http://schemas.microsoft.com/office/drawing/2014/main" xmlns="" id="{5BE096A2-2908-4626-9DC2-688E873B32EB}"/>
              </a:ext>
            </a:extLst>
          </p:cNvPr>
          <p:cNvSpPr/>
          <p:nvPr/>
        </p:nvSpPr>
        <p:spPr>
          <a:xfrm>
            <a:off x="3053119" y="2551657"/>
            <a:ext cx="1158343" cy="252028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Original</a:t>
            </a:r>
            <a:endParaRPr lang="fr-FR" b="1" dirty="0"/>
          </a:p>
        </p:txBody>
      </p:sp>
      <p:sp>
        <p:nvSpPr>
          <p:cNvPr id="52" name="Rectangle : avec coins arrondis en diagonale 65">
            <a:extLst>
              <a:ext uri="{FF2B5EF4-FFF2-40B4-BE49-F238E27FC236}">
                <a16:creationId xmlns:a16="http://schemas.microsoft.com/office/drawing/2014/main" xmlns="" id="{F4FA4582-5871-4604-9E9C-3D4F94640770}"/>
              </a:ext>
            </a:extLst>
          </p:cNvPr>
          <p:cNvSpPr/>
          <p:nvPr/>
        </p:nvSpPr>
        <p:spPr>
          <a:xfrm>
            <a:off x="7286784" y="2479504"/>
            <a:ext cx="2535087" cy="396189"/>
          </a:xfrm>
          <a:prstGeom prst="round2DiagRect">
            <a:avLst/>
          </a:prstGeom>
          <a:ln w="38100">
            <a:solidFill>
              <a:srgbClr val="66FF33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 smtClean="0"/>
              <a:t>Result</a:t>
            </a:r>
            <a:r>
              <a:rPr lang="fr-FR" b="1" dirty="0" smtClean="0"/>
              <a:t> of the </a:t>
            </a:r>
            <a:r>
              <a:rPr lang="fr-FR" b="1" dirty="0" err="1" smtClean="0"/>
              <a:t>assignment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D5343DDB-CF91-49A9-B8C5-783F382A1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35" y="1484785"/>
            <a:ext cx="10618839" cy="48706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199457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7483" y="6564343"/>
            <a:ext cx="2743200" cy="276959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63" name="Rectangle : avec coins arrondis en diagonale 62">
            <a:extLst>
              <a:ext uri="{FF2B5EF4-FFF2-40B4-BE49-F238E27FC236}">
                <a16:creationId xmlns="" xmlns:a16="http://schemas.microsoft.com/office/drawing/2014/main" id="{C0E52498-55C6-4D05-9314-FE567B3D4354}"/>
              </a:ext>
            </a:extLst>
          </p:cNvPr>
          <p:cNvSpPr/>
          <p:nvPr/>
        </p:nvSpPr>
        <p:spPr>
          <a:xfrm>
            <a:off x="9246656" y="1049269"/>
            <a:ext cx="2417491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9FABFB1-83F8-4D08-AE92-0E7B46AAD436}"/>
              </a:ext>
            </a:extLst>
          </p:cNvPr>
          <p:cNvSpPr/>
          <p:nvPr/>
        </p:nvSpPr>
        <p:spPr>
          <a:xfrm>
            <a:off x="952333" y="2104508"/>
            <a:ext cx="10561173" cy="87483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12">
            <a:extLst>
              <a:ext uri="{FF2B5EF4-FFF2-40B4-BE49-F238E27FC236}">
                <a16:creationId xmlns="" xmlns:a16="http://schemas.microsoft.com/office/drawing/2014/main" id="{A1889BE5-D3E4-47BC-A1C3-753E004F4077}"/>
              </a:ext>
            </a:extLst>
          </p:cNvPr>
          <p:cNvSpPr/>
          <p:nvPr/>
        </p:nvSpPr>
        <p:spPr>
          <a:xfrm>
            <a:off x="6940488" y="2642035"/>
            <a:ext cx="4547771" cy="36512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Destructor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xmlns="" val="112666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250A4446-2F4F-4F58-AFA6-6CE23F5E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454"/>
            <a:ext cx="8544871" cy="48598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4EAF990A-F94C-4CE8-95BB-C58F802E4195}"/>
              </a:ext>
            </a:extLst>
          </p:cNvPr>
          <p:cNvSpPr txBox="1"/>
          <p:nvPr/>
        </p:nvSpPr>
        <p:spPr>
          <a:xfrm>
            <a:off x="1199457" y="692696"/>
            <a:ext cx="10066929" cy="7064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/>
            <a:r>
              <a:rPr lang="en-US" sz="3300" b="1" spc="-4" dirty="0" smtClean="0">
                <a:solidFill>
                  <a:srgbClr val="C00000"/>
                </a:solidFill>
                <a:latin typeface="Calibri Light"/>
                <a:cs typeface="Calibri Light"/>
              </a:rPr>
              <a:t>Redefinition of the assignment operator</a:t>
            </a:r>
            <a:endParaRPr lang="fr-FR" sz="33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="" xmlns:a16="http://schemas.microsoft.com/office/drawing/2014/main" id="{42F3DDEA-D56A-4879-8A52-A275A9AA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7483" y="6564343"/>
            <a:ext cx="2743200" cy="276959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63" name="Rectangle : avec coins arrondis en diagonale 62">
            <a:extLst>
              <a:ext uri="{FF2B5EF4-FFF2-40B4-BE49-F238E27FC236}">
                <a16:creationId xmlns="" xmlns:a16="http://schemas.microsoft.com/office/drawing/2014/main" id="{C0E52498-55C6-4D05-9314-FE567B3D4354}"/>
              </a:ext>
            </a:extLst>
          </p:cNvPr>
          <p:cNvSpPr/>
          <p:nvPr/>
        </p:nvSpPr>
        <p:spPr>
          <a:xfrm>
            <a:off x="894200" y="1268761"/>
            <a:ext cx="2417491" cy="403699"/>
          </a:xfrm>
          <a:prstGeom prst="round2Diag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bank.cpp</a:t>
            </a:r>
            <a:endParaRPr lang="fr-FR" sz="2400" b="1" dirty="0"/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852FF8BB-7650-460D-9B15-504954D426E9}"/>
              </a:ext>
            </a:extLst>
          </p:cNvPr>
          <p:cNvSpPr/>
          <p:nvPr/>
        </p:nvSpPr>
        <p:spPr>
          <a:xfrm>
            <a:off x="1199456" y="3551272"/>
            <a:ext cx="10369152" cy="26038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Bulle narrative : ronde 65">
            <a:extLst>
              <a:ext uri="{FF2B5EF4-FFF2-40B4-BE49-F238E27FC236}">
                <a16:creationId xmlns="" xmlns:a16="http://schemas.microsoft.com/office/drawing/2014/main" id="{C677E6E6-16D0-4EF2-A66B-D8CAF4685F4F}"/>
              </a:ext>
            </a:extLst>
          </p:cNvPr>
          <p:cNvSpPr/>
          <p:nvPr/>
        </p:nvSpPr>
        <p:spPr>
          <a:xfrm>
            <a:off x="6842109" y="1286918"/>
            <a:ext cx="4896544" cy="917946"/>
          </a:xfrm>
          <a:prstGeom prst="wedgeEllipseCallout">
            <a:avLst>
              <a:gd name="adj1" fmla="val -139378"/>
              <a:gd name="adj2" fmla="val 42999"/>
            </a:avLst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Avoid assigning an object to itself</a:t>
            </a:r>
          </a:p>
          <a:p>
            <a:pPr algn="ctr"/>
            <a:r>
              <a:rPr lang="fr-FR" b="1" dirty="0" err="1" smtClean="0">
                <a:solidFill>
                  <a:srgbClr val="FF0000"/>
                </a:solidFill>
              </a:rPr>
              <a:t>Expl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: A = A !!!</a:t>
            </a:r>
          </a:p>
        </p:txBody>
      </p:sp>
      <p:sp>
        <p:nvSpPr>
          <p:cNvPr id="11" name="Rectangle : avec coins arrondis en diagonale 10">
            <a:extLst>
              <a:ext uri="{FF2B5EF4-FFF2-40B4-BE49-F238E27FC236}">
                <a16:creationId xmlns="" xmlns:a16="http://schemas.microsoft.com/office/drawing/2014/main" id="{A7DC3389-DF4B-468F-83B3-1CE465FB4E30}"/>
              </a:ext>
            </a:extLst>
          </p:cNvPr>
          <p:cNvSpPr/>
          <p:nvPr/>
        </p:nvSpPr>
        <p:spPr>
          <a:xfrm>
            <a:off x="7020837" y="5800180"/>
            <a:ext cx="4547771" cy="36512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Constructor</a:t>
            </a:r>
            <a:r>
              <a:rPr lang="fr-FR" sz="2400" b="1" dirty="0" smtClean="0"/>
              <a:t> of copy</a:t>
            </a:r>
            <a:endParaRPr lang="fr-FR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9FABFB1-83F8-4D08-AE92-0E7B46AAD436}"/>
              </a:ext>
            </a:extLst>
          </p:cNvPr>
          <p:cNvSpPr/>
          <p:nvPr/>
        </p:nvSpPr>
        <p:spPr>
          <a:xfrm>
            <a:off x="1199456" y="2420889"/>
            <a:ext cx="10369152" cy="7971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12">
            <a:extLst>
              <a:ext uri="{FF2B5EF4-FFF2-40B4-BE49-F238E27FC236}">
                <a16:creationId xmlns="" xmlns:a16="http://schemas.microsoft.com/office/drawing/2014/main" id="{A1889BE5-D3E4-47BC-A1C3-753E004F4077}"/>
              </a:ext>
            </a:extLst>
          </p:cNvPr>
          <p:cNvSpPr/>
          <p:nvPr/>
        </p:nvSpPr>
        <p:spPr>
          <a:xfrm>
            <a:off x="7020837" y="2847852"/>
            <a:ext cx="4547771" cy="36512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/>
              <a:t>Destructor</a:t>
            </a:r>
            <a:endParaRPr lang="fr-FR" sz="2400" b="1" dirty="0"/>
          </a:p>
        </p:txBody>
      </p:sp>
      <p:sp>
        <p:nvSpPr>
          <p:cNvPr id="14" name="Rectangle : avec coins arrondis en diagonale 13">
            <a:extLst>
              <a:ext uri="{FF2B5EF4-FFF2-40B4-BE49-F238E27FC236}">
                <a16:creationId xmlns="" xmlns:a16="http://schemas.microsoft.com/office/drawing/2014/main" id="{2893F9DB-6C9C-4B1A-B904-C3FB7CBEE111}"/>
              </a:ext>
            </a:extLst>
          </p:cNvPr>
          <p:cNvSpPr/>
          <p:nvPr/>
        </p:nvSpPr>
        <p:spPr>
          <a:xfrm>
            <a:off x="2735628" y="6237313"/>
            <a:ext cx="3997177" cy="311605"/>
          </a:xfrm>
          <a:prstGeom prst="round2Diag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 err="1"/>
              <a:t>Expl</a:t>
            </a:r>
            <a:r>
              <a:rPr lang="fr-FR" sz="2400" b="1" dirty="0"/>
              <a:t> :  A = B =C ;</a:t>
            </a:r>
          </a:p>
        </p:txBody>
      </p:sp>
      <p:sp>
        <p:nvSpPr>
          <p:cNvPr id="15" name="Espace réservé de la date 1">
            <a:extLst>
              <a:ext uri="{FF2B5EF4-FFF2-40B4-BE49-F238E27FC236}">
                <a16:creationId xmlns="" xmlns:a16="http://schemas.microsoft.com/office/drawing/2014/main" id="{622C66F3-8AB4-4603-9B6F-C3CECB00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44693" y="6597353"/>
            <a:ext cx="2743200" cy="365125"/>
          </a:xfrm>
        </p:spPr>
        <p:txBody>
          <a:bodyPr/>
          <a:lstStyle/>
          <a:p>
            <a:fld id="{8B767A7D-86CE-423B-9471-CAEF63C57C7B}" type="datetime1">
              <a:rPr lang="fr-FR" smtClean="0"/>
              <a:pPr/>
              <a:t>13/04/2023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65029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   To </a:t>
            </a:r>
            <a:r>
              <a:rPr lang="fr-FR" dirty="0" err="1" smtClean="0">
                <a:solidFill>
                  <a:srgbClr val="FF0000"/>
                </a:solidFill>
              </a:rPr>
              <a:t>remember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fr-FR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6EB1522-5DFE-4AB1-ACE9-A0EDB584FFE7}"/>
              </a:ext>
            </a:extLst>
          </p:cNvPr>
          <p:cNvSpPr txBox="1"/>
          <p:nvPr/>
        </p:nvSpPr>
        <p:spPr>
          <a:xfrm>
            <a:off x="46979" y="1216636"/>
            <a:ext cx="11915171" cy="5109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525" algn="just">
              <a:lnSpc>
                <a:spcPct val="150000"/>
              </a:lnSpc>
            </a:pPr>
            <a:endParaRPr lang="fr-FR" sz="2000" b="1" u="sng" dirty="0"/>
          </a:p>
          <a:p>
            <a:pPr marL="295275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«</a:t>
            </a:r>
            <a:r>
              <a:rPr lang="fr-FR" sz="1600" dirty="0"/>
              <a:t> </a:t>
            </a:r>
            <a:r>
              <a:rPr lang="en-US" sz="1600" dirty="0" smtClean="0"/>
              <a:t> Defining </a:t>
            </a:r>
            <a:r>
              <a:rPr lang="en-US" sz="1600" b="1" dirty="0" smtClean="0">
                <a:solidFill>
                  <a:srgbClr val="FF0000"/>
                </a:solidFill>
              </a:rPr>
              <a:t>a copy constructor </a:t>
            </a:r>
            <a:r>
              <a:rPr lang="en-US" sz="1600" dirty="0" smtClean="0"/>
              <a:t>for a class usually means that </a:t>
            </a:r>
            <a:r>
              <a:rPr lang="en-US" sz="1600" b="1" dirty="0" smtClean="0">
                <a:solidFill>
                  <a:srgbClr val="FF0000"/>
                </a:solidFill>
              </a:rPr>
              <a:t>the copy constructor, destructor and assignment operator</a:t>
            </a:r>
            <a:r>
              <a:rPr lang="en-US" sz="1600" dirty="0" smtClean="0"/>
              <a:t> provided by default by the compiler </a:t>
            </a:r>
            <a:r>
              <a:rPr lang="en-US" sz="1600" b="1" dirty="0" smtClean="0">
                <a:solidFill>
                  <a:srgbClr val="FF0000"/>
                </a:solidFill>
              </a:rPr>
              <a:t>are not suitable for this class</a:t>
            </a:r>
            <a:r>
              <a:rPr lang="en-US" sz="1600" dirty="0" smtClean="0"/>
              <a:t>. Therefore, all three methods will have to be systematically redefined as soon as one of them is. </a:t>
            </a:r>
            <a:r>
              <a:rPr lang="fr-FR" sz="1600" dirty="0"/>
              <a:t> </a:t>
            </a:r>
            <a:r>
              <a:rPr lang="fr-FR" sz="1600" dirty="0">
                <a:solidFill>
                  <a:srgbClr val="FF0000"/>
                </a:solidFill>
              </a:rPr>
              <a:t>» </a:t>
            </a:r>
            <a:r>
              <a:rPr lang="fr-FR" sz="1600" b="1" i="1" dirty="0" smtClean="0">
                <a:solidFill>
                  <a:srgbClr val="63BD09"/>
                </a:solidFill>
                <a:latin typeface="Calibri Light"/>
                <a:cs typeface="Calibri Light"/>
              </a:rPr>
              <a:t>Course of </a:t>
            </a:r>
            <a:r>
              <a:rPr lang="fr-FR" sz="1600" b="1" i="1" dirty="0">
                <a:solidFill>
                  <a:srgbClr val="63BD09"/>
                </a:solidFill>
                <a:latin typeface="Calibri Light"/>
                <a:cs typeface="Calibri Light"/>
              </a:rPr>
              <a:t>C/C++, Christian </a:t>
            </a:r>
            <a:r>
              <a:rPr lang="fr-FR" sz="1600" b="1" i="1" dirty="0" err="1">
                <a:solidFill>
                  <a:srgbClr val="63BD09"/>
                </a:solidFill>
                <a:latin typeface="Calibri Light"/>
                <a:cs typeface="Calibri Light"/>
              </a:rPr>
              <a:t>Casteyde</a:t>
            </a:r>
            <a:endParaRPr lang="fr-FR" sz="1600" b="1" i="1" dirty="0">
              <a:solidFill>
                <a:srgbClr val="63BD09"/>
              </a:solidFill>
              <a:latin typeface="Calibri Light"/>
              <a:cs typeface="Calibri Light"/>
            </a:endParaRPr>
          </a:p>
          <a:p>
            <a:pPr marL="9525" algn="just">
              <a:lnSpc>
                <a:spcPct val="150000"/>
              </a:lnSpc>
            </a:pPr>
            <a:endParaRPr lang="fr-FR" sz="1600" b="1" i="1" dirty="0">
              <a:solidFill>
                <a:srgbClr val="63BD09"/>
              </a:solidFill>
              <a:latin typeface="Calibri Light"/>
              <a:cs typeface="Calibri Light"/>
            </a:endParaRPr>
          </a:p>
          <a:p>
            <a:pPr marL="295275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«</a:t>
            </a:r>
            <a:r>
              <a:rPr lang="fr-FR" sz="1600" dirty="0"/>
              <a:t> </a:t>
            </a:r>
            <a:r>
              <a:rPr lang="en-US" sz="1600" dirty="0" smtClean="0"/>
              <a:t> This rule, called </a:t>
            </a:r>
            <a:r>
              <a:rPr lang="en-US" sz="1600" b="1" dirty="0" smtClean="0">
                <a:solidFill>
                  <a:srgbClr val="FF0000"/>
                </a:solidFill>
              </a:rPr>
              <a:t>the rule of three</a:t>
            </a:r>
            <a:r>
              <a:rPr lang="en-US" sz="1600" dirty="0" smtClean="0"/>
              <a:t>, will allow you to avoid bugs easily. </a:t>
            </a:r>
            <a:r>
              <a:rPr lang="fr-FR" sz="1600" dirty="0"/>
              <a:t> </a:t>
            </a:r>
            <a:r>
              <a:rPr lang="fr-FR" sz="1600" dirty="0">
                <a:solidFill>
                  <a:srgbClr val="FF0000"/>
                </a:solidFill>
              </a:rPr>
              <a:t>» </a:t>
            </a:r>
            <a:r>
              <a:rPr lang="fr-FR" sz="1600" b="1" i="1" dirty="0" smtClean="0">
                <a:solidFill>
                  <a:srgbClr val="63BD09"/>
                </a:solidFill>
                <a:latin typeface="Calibri Light"/>
                <a:cs typeface="Calibri Light"/>
              </a:rPr>
              <a:t>Course of </a:t>
            </a:r>
            <a:r>
              <a:rPr lang="fr-FR" sz="1600" b="1" i="1" dirty="0">
                <a:solidFill>
                  <a:srgbClr val="63BD09"/>
                </a:solidFill>
                <a:latin typeface="Calibri Light"/>
                <a:cs typeface="Calibri Light"/>
              </a:rPr>
              <a:t>C/C++, Christian </a:t>
            </a:r>
            <a:r>
              <a:rPr lang="fr-FR" sz="1600" b="1" i="1" dirty="0" err="1">
                <a:solidFill>
                  <a:srgbClr val="63BD09"/>
                </a:solidFill>
                <a:latin typeface="Calibri Light"/>
                <a:cs typeface="Calibri Light"/>
              </a:rPr>
              <a:t>Casteyde</a:t>
            </a:r>
            <a:endParaRPr lang="fr-FR" sz="1600" b="1" i="1" dirty="0">
              <a:solidFill>
                <a:srgbClr val="63BD09"/>
              </a:solidFill>
              <a:latin typeface="Calibri Light"/>
              <a:cs typeface="Calibri Light"/>
            </a:endParaRPr>
          </a:p>
          <a:p>
            <a:pPr marL="295275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600" b="1" i="1" dirty="0">
              <a:solidFill>
                <a:srgbClr val="63BD09"/>
              </a:solidFill>
              <a:latin typeface="Calibri Light"/>
              <a:cs typeface="Calibri Light"/>
            </a:endParaRPr>
          </a:p>
          <a:p>
            <a:pPr marL="295275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« </a:t>
            </a:r>
            <a:r>
              <a:rPr lang="en-US" sz="1600" dirty="0" smtClean="0"/>
              <a:t> This will be the case when some of the data of the objects have been </a:t>
            </a:r>
            <a:r>
              <a:rPr lang="en-US" sz="1600" b="1" dirty="0" smtClean="0">
                <a:solidFill>
                  <a:srgbClr val="FF0000"/>
                </a:solidFill>
              </a:rPr>
              <a:t>dynamically allocated</a:t>
            </a:r>
            <a:r>
              <a:rPr lang="en-US" sz="1600" dirty="0" smtClean="0"/>
              <a:t>. A brutal copy of the fields of one object into another would only copy the pointers, </a:t>
            </a:r>
            <a:r>
              <a:rPr lang="en-US" sz="1600" b="1" dirty="0" smtClean="0">
                <a:solidFill>
                  <a:srgbClr val="FF0000"/>
                </a:solidFill>
              </a:rPr>
              <a:t>not the pointed data</a:t>
            </a:r>
            <a:r>
              <a:rPr lang="en-US" sz="1600" dirty="0" smtClean="0"/>
              <a:t>. Thus, changing the data for one object would change the data for the other object, which would probably not be the desired effect. </a:t>
            </a:r>
            <a:r>
              <a:rPr lang="fr-FR" sz="1600" dirty="0"/>
              <a:t> </a:t>
            </a:r>
            <a:r>
              <a:rPr lang="fr-FR" sz="1600" dirty="0">
                <a:solidFill>
                  <a:srgbClr val="FF0000"/>
                </a:solidFill>
              </a:rPr>
              <a:t>»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sz="1600" b="1" i="1" dirty="0" smtClean="0">
                <a:solidFill>
                  <a:srgbClr val="63BD09"/>
                </a:solidFill>
                <a:latin typeface="Calibri Light"/>
                <a:cs typeface="Calibri Light"/>
              </a:rPr>
              <a:t>Course of C/C</a:t>
            </a:r>
            <a:r>
              <a:rPr lang="fr-FR" sz="1600" b="1" i="1" dirty="0">
                <a:solidFill>
                  <a:srgbClr val="63BD09"/>
                </a:solidFill>
                <a:latin typeface="Calibri Light"/>
                <a:cs typeface="Calibri Light"/>
              </a:rPr>
              <a:t>++, Christian </a:t>
            </a:r>
            <a:r>
              <a:rPr lang="fr-FR" sz="1600" b="1" i="1" dirty="0" err="1">
                <a:solidFill>
                  <a:srgbClr val="63BD09"/>
                </a:solidFill>
                <a:latin typeface="Calibri Light"/>
                <a:cs typeface="Calibri Light"/>
              </a:rPr>
              <a:t>Casteyde</a:t>
            </a:r>
            <a:endParaRPr lang="fr-FR" sz="1600" b="1" i="1" dirty="0">
              <a:solidFill>
                <a:srgbClr val="63BD09"/>
              </a:solidFill>
              <a:latin typeface="Calibri Light"/>
              <a:cs typeface="Calibri Light"/>
            </a:endParaRPr>
          </a:p>
          <a:p>
            <a:pPr marL="9525" algn="just">
              <a:lnSpc>
                <a:spcPct val="150000"/>
              </a:lnSpc>
            </a:pPr>
            <a:endParaRPr lang="fr-FR" dirty="0">
              <a:solidFill>
                <a:srgbClr val="FF0000"/>
              </a:solidFill>
            </a:endParaRPr>
          </a:p>
          <a:p>
            <a:pPr marL="9525" algn="just">
              <a:lnSpc>
                <a:spcPct val="150000"/>
              </a:lnSpc>
            </a:pPr>
            <a:r>
              <a:rPr lang="fr-FR" sz="2000" dirty="0"/>
              <a:t> </a:t>
            </a:r>
            <a:br>
              <a:rPr lang="fr-FR" sz="2000" dirty="0"/>
            </a:br>
            <a:r>
              <a:rPr lang="fr-FR" sz="2000" dirty="0"/>
              <a:t> </a:t>
            </a:r>
            <a:br>
              <a:rPr lang="fr-FR" sz="2000" dirty="0"/>
            </a:br>
            <a:endParaRPr lang="fr-FR" sz="2000" b="1" dirty="0">
              <a:latin typeface="Calibri Light"/>
              <a:cs typeface="Calibri Light"/>
            </a:endParaRPr>
          </a:p>
          <a:p>
            <a:pPr marL="295275" indent="-285750" algn="just">
              <a:buFont typeface="Wingdings" panose="05000000000000000000" pitchFamily="2" charset="2"/>
              <a:buChar char="Ø"/>
            </a:pPr>
            <a:endParaRPr sz="2000" b="1" dirty="0"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2bdff7c1c_1_52"/>
          <p:cNvSpPr/>
          <p:nvPr/>
        </p:nvSpPr>
        <p:spPr>
          <a:xfrm>
            <a:off x="0" y="-28242"/>
            <a:ext cx="12192000" cy="68862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e2bdff7c1c_1_52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345203" y="22220"/>
            <a:ext cx="2832470" cy="1949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e2bdff7c1c_1_52"/>
          <p:cNvSpPr txBox="1">
            <a:spLocks noGrp="1"/>
          </p:cNvSpPr>
          <p:nvPr>
            <p:ph type="title"/>
          </p:nvPr>
        </p:nvSpPr>
        <p:spPr>
          <a:xfrm>
            <a:off x="677100" y="1737250"/>
            <a:ext cx="10456800" cy="3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2777"/>
              <a:buNone/>
            </a:pPr>
            <a:endParaRPr sz="32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2777"/>
              <a:buNone/>
            </a:pPr>
            <a:endParaRPr sz="3200" b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243"/>
              <a:buNone/>
            </a:pPr>
            <a:r>
              <a:rPr lang="fr-FR"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243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243"/>
              <a:buNone/>
            </a:pPr>
            <a:endParaRPr b="1">
              <a:solidFill>
                <a:schemeClr val="dk1"/>
              </a:solidFill>
            </a:endParaRPr>
          </a:p>
        </p:txBody>
      </p:sp>
      <p:sp>
        <p:nvSpPr>
          <p:cNvPr id="188" name="Google Shape;188;ge2bdff7c1c_1_52"/>
          <p:cNvSpPr txBox="1"/>
          <p:nvPr/>
        </p:nvSpPr>
        <p:spPr>
          <a:xfrm>
            <a:off x="7033525" y="3591725"/>
            <a:ext cx="39582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1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Questions ?</a:t>
            </a:r>
            <a:endParaRPr sz="3600" b="1" i="1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925</Words>
  <Application>Microsoft Office PowerPoint</Application>
  <PresentationFormat>Custom</PresentationFormat>
  <Paragraphs>354</Paragraphs>
  <Slides>27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   Outline of the chapter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   To remember</vt:lpstr>
      <vt:lpstr>  THANK YOU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bettaieb lamjed</dc:creator>
  <cp:lastModifiedBy>atef amdouni</cp:lastModifiedBy>
  <cp:revision>36</cp:revision>
  <dcterms:created xsi:type="dcterms:W3CDTF">2019-12-23T07:08:45Z</dcterms:created>
  <dcterms:modified xsi:type="dcterms:W3CDTF">2023-04-13T13:30:58Z</dcterms:modified>
</cp:coreProperties>
</file>